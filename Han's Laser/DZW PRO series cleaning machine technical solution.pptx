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tags/tag20.xml" ContentType="application/vnd.openxmlformats-officedocument.presentationml.tags+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tags/tag21.xml" ContentType="application/vnd.openxmlformats-officedocument.presentationml.tags+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1" r:id="rId2"/>
    <p:sldMasterId id="2147483654" r:id="rId3"/>
  </p:sldMasterIdLst>
  <p:notesMasterIdLst>
    <p:notesMasterId r:id="rId19"/>
  </p:notesMasterIdLst>
  <p:sldIdLst>
    <p:sldId id="282" r:id="rId4"/>
    <p:sldId id="283" r:id="rId5"/>
    <p:sldId id="284" r:id="rId6"/>
    <p:sldId id="285" r:id="rId7"/>
    <p:sldId id="326" r:id="rId8"/>
    <p:sldId id="287" r:id="rId9"/>
    <p:sldId id="328" r:id="rId10"/>
    <p:sldId id="329" r:id="rId11"/>
    <p:sldId id="292" r:id="rId12"/>
    <p:sldId id="293" r:id="rId13"/>
    <p:sldId id="330" r:id="rId14"/>
    <p:sldId id="295" r:id="rId15"/>
    <p:sldId id="294" r:id="rId16"/>
    <p:sldId id="332" r:id="rId17"/>
    <p:sldId id="331" r:id="rId18"/>
  </p:sldIdLst>
  <p:sldSz cx="9144000" cy="5143500" type="screen16x9"/>
  <p:notesSz cx="6858000" cy="9144000"/>
  <p:custDataLst>
    <p:tags r:id="rId20"/>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62A"/>
    <a:srgbClr val="00052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52" d="100"/>
          <a:sy n="152" d="100"/>
        </p:scale>
        <p:origin x="426" y="12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3" Type="http://schemas.openxmlformats.org/officeDocument/2006/relationships/slideMaster" Target="slideMasters/slideMaster3.xml"/><Relationship Id="rId21" Type="http://schemas.openxmlformats.org/officeDocument/2006/relationships/presProps" Target="presProps.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tags" Target="tags/tag1.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tableStyles" Target="tableStyle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theme" Target="theme/theme1.xml"/><Relationship Id="rId10" Type="http://schemas.openxmlformats.org/officeDocument/2006/relationships/slide" Target="slides/slide7.xml"/><Relationship Id="rId19" Type="http://schemas.openxmlformats.org/officeDocument/2006/relationships/notesMaster" Target="notesMasters/notesMaster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688530D-25A1-4AAA-B8CF-46C6334B59E8}" type="datetimeFigureOut">
              <a:rPr lang="zh-CN" altLang="en-US" smtClean="0"/>
              <a:t>2024/4/3</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305ADE0-425F-4BAF-B8A7-94EE912D615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305ADE0-425F-4BAF-B8A7-94EE912D615D}"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305ADE0-425F-4BAF-B8A7-94EE912D615D}" type="slidenum">
              <a:rPr lang="zh-CN" altLang="en-US" smtClean="0"/>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305ADE0-425F-4BAF-B8A7-94EE912D615D}" type="slidenum">
              <a:rPr lang="zh-CN" altLang="en-US" smtClean="0"/>
              <a:t>3</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305ADE0-425F-4BAF-B8A7-94EE912D615D}" type="slidenum">
              <a:rPr lang="zh-CN" altLang="en-US" smtClean="0"/>
              <a:t>4</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305ADE0-425F-4BAF-B8A7-94EE912D615D}" type="slidenum">
              <a:rPr lang="zh-CN" altLang="en-US" smtClean="0"/>
              <a:t>5</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305ADE0-425F-4BAF-B8A7-94EE912D615D}" type="slidenum">
              <a:rPr lang="zh-CN" altLang="en-US" smtClean="0"/>
              <a:t>6</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305ADE0-425F-4BAF-B8A7-94EE912D615D}" type="slidenum">
              <a:rPr lang="zh-CN" altLang="en-US" smtClean="0"/>
              <a:t>7</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305ADE0-425F-4BAF-B8A7-94EE912D615D}" type="slidenum">
              <a:rPr lang="zh-CN" altLang="en-US" smtClean="0"/>
              <a:t>8</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305ADE0-425F-4BAF-B8A7-94EE912D615D}" type="slidenum">
              <a:rPr lang="zh-CN" altLang="en-US" smtClean="0"/>
              <a:t>9</a:t>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305ADE0-425F-4BAF-B8A7-94EE912D615D}" type="slidenum">
              <a:rPr lang="zh-CN" altLang="en-US" smtClean="0"/>
              <a:t>10</a:t>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305ADE0-425F-4BAF-B8A7-94EE912D615D}" type="slidenum">
              <a:rPr lang="zh-CN" altLang="en-US" smtClean="0"/>
              <a:t>11</a:t>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305ADE0-425F-4BAF-B8A7-94EE912D615D}" type="slidenum">
              <a:rPr lang="zh-CN" altLang="en-US" smtClean="0"/>
              <a:t>12</a:t>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305ADE0-425F-4BAF-B8A7-94EE912D615D}" type="slidenum">
              <a:rPr lang="zh-CN" altLang="en-US" smtClean="0"/>
              <a:t>13</a:t>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305ADE0-425F-4BAF-B8A7-94EE912D615D}" type="slidenum">
              <a:rPr lang="zh-CN" altLang="en-US" smtClean="0"/>
              <a:t>14</a:t>
            </a:fld>
            <a:endParaRPr lang="zh-CN" altLang="en-US"/>
          </a:p>
        </p:txBody>
      </p:sp>
    </p:spTree>
    <p:extLst>
      <p:ext uri="{BB962C8B-B14F-4D97-AF65-F5344CB8AC3E}">
        <p14:creationId xmlns:p14="http://schemas.microsoft.com/office/powerpoint/2010/main" val="288081556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305ADE0-425F-4BAF-B8A7-94EE912D615D}" type="slidenum">
              <a:rPr lang="zh-CN" altLang="en-US" smtClean="0"/>
              <a:t>15</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143001" y="841772"/>
            <a:ext cx="6858000" cy="1790700"/>
          </a:xfrm>
        </p:spPr>
        <p:txBody>
          <a:bodyPr anchor="b"/>
          <a:lstStyle>
            <a:lvl1pPr algn="ctr">
              <a:defRPr sz="4500"/>
            </a:lvl1pPr>
          </a:lstStyle>
          <a:p>
            <a:r>
              <a:rPr lang="zh-CN" altLang="en-US" smtClean="0"/>
              <a:t>单击此处编辑母版标题样式</a:t>
            </a:r>
            <a:endParaRPr lang="en-US" dirty="0"/>
          </a:p>
        </p:txBody>
      </p:sp>
      <p:sp>
        <p:nvSpPr>
          <p:cNvPr id="3" name="Subtitle 2"/>
          <p:cNvSpPr>
            <a:spLocks noGrp="1"/>
          </p:cNvSpPr>
          <p:nvPr>
            <p:ph type="subTitle" idx="1" hasCustomPrompt="1"/>
          </p:nvPr>
        </p:nvSpPr>
        <p:spPr>
          <a:xfrm>
            <a:off x="1143001"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399665" indent="0" algn="ctr">
              <a:buNone/>
              <a:defRPr sz="1200"/>
            </a:lvl8pPr>
            <a:lvl9pPr marL="2742565" indent="0" algn="ctr">
              <a:buNone/>
              <a:defRPr sz="1200"/>
            </a:lvl9pPr>
          </a:lstStyle>
          <a:p>
            <a:r>
              <a:rPr lang="zh-CN" altLang="en-US" smtClean="0"/>
              <a:t>单击以编辑母版副标题样式</a:t>
            </a:r>
            <a:endParaRPr lang="en-US" dirty="0"/>
          </a:p>
        </p:txBody>
      </p:sp>
      <p:sp>
        <p:nvSpPr>
          <p:cNvPr id="4" name="Date Placeholder 3"/>
          <p:cNvSpPr>
            <a:spLocks noGrp="1"/>
          </p:cNvSpPr>
          <p:nvPr>
            <p:ph type="dt" sz="half" idx="10"/>
          </p:nvPr>
        </p:nvSpPr>
        <p:spPr/>
        <p:txBody>
          <a:bodyPr/>
          <a:lstStyle/>
          <a:p>
            <a:fld id="{51CFE68A-57A9-4A65-A0BD-B0A93A36D248}" type="datetimeFigureOut">
              <a:rPr lang="zh-CN" altLang="en-US" smtClean="0">
                <a:solidFill>
                  <a:prstClr val="black">
                    <a:tint val="75000"/>
                  </a:prstClr>
                </a:solidFill>
              </a:rPr>
              <a:t>2024/4/3</a:t>
            </a:fld>
            <a:endParaRPr lang="zh-CN" alt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zh-CN" alt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70D493E8-4EBE-4FB8-AB71-26ABD5EB1AFA}" type="slidenum">
              <a:rPr lang="zh-CN" altLang="en-US" smtClean="0">
                <a:solidFill>
                  <a:prstClr val="black">
                    <a:tint val="75000"/>
                  </a:prstClr>
                </a:solidFill>
              </a:rPr>
              <a:t>‹#›</a:t>
            </a:fld>
            <a:endParaRPr lang="zh-CN" altLang="en-US">
              <a:solidFill>
                <a:prstClr val="black">
                  <a:tint val="75000"/>
                </a:prstClr>
              </a:solidFil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Content Placeholder 2"/>
          <p:cNvSpPr>
            <a:spLocks noGrp="1"/>
          </p:cNvSpPr>
          <p:nvPr>
            <p:ph idx="1" hasCustomPrompt="1"/>
          </p:nvPr>
        </p:nvSpPr>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51CFE68A-57A9-4A65-A0BD-B0A93A36D248}" type="datetimeFigureOut">
              <a:rPr lang="zh-CN" altLang="en-US" smtClean="0">
                <a:solidFill>
                  <a:prstClr val="black">
                    <a:tint val="75000"/>
                  </a:prstClr>
                </a:solidFill>
              </a:rPr>
              <a:t>2024/4/3</a:t>
            </a:fld>
            <a:endParaRPr lang="zh-CN" alt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zh-CN" alt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70D493E8-4EBE-4FB8-AB71-26ABD5EB1AFA}" type="slidenum">
              <a:rPr lang="zh-CN" altLang="en-US" smtClean="0">
                <a:solidFill>
                  <a:prstClr val="black">
                    <a:tint val="75000"/>
                  </a:prstClr>
                </a:solidFill>
              </a:rPr>
              <a:t>‹#›</a:t>
            </a:fld>
            <a:endParaRPr lang="zh-CN" altLang="en-US">
              <a:solidFill>
                <a:prstClr val="black">
                  <a:tint val="75000"/>
                </a:prstClr>
              </a:solidFil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143001" y="841772"/>
            <a:ext cx="6858000" cy="1790700"/>
          </a:xfrm>
        </p:spPr>
        <p:txBody>
          <a:bodyPr anchor="b"/>
          <a:lstStyle>
            <a:lvl1pPr algn="ctr">
              <a:defRPr sz="4500"/>
            </a:lvl1pPr>
          </a:lstStyle>
          <a:p>
            <a:r>
              <a:rPr lang="zh-CN" altLang="en-US" smtClean="0"/>
              <a:t>单击此处编辑母版标题样式</a:t>
            </a:r>
            <a:endParaRPr lang="en-US" dirty="0"/>
          </a:p>
        </p:txBody>
      </p:sp>
      <p:sp>
        <p:nvSpPr>
          <p:cNvPr id="3" name="Subtitle 2"/>
          <p:cNvSpPr>
            <a:spLocks noGrp="1"/>
          </p:cNvSpPr>
          <p:nvPr>
            <p:ph type="subTitle" idx="1" hasCustomPrompt="1"/>
          </p:nvPr>
        </p:nvSpPr>
        <p:spPr>
          <a:xfrm>
            <a:off x="1143001"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399665" indent="0" algn="ctr">
              <a:buNone/>
              <a:defRPr sz="1200"/>
            </a:lvl8pPr>
            <a:lvl9pPr marL="2742565" indent="0" algn="ctr">
              <a:buNone/>
              <a:defRPr sz="1200"/>
            </a:lvl9pPr>
          </a:lstStyle>
          <a:p>
            <a:r>
              <a:rPr lang="zh-CN" altLang="en-US" smtClean="0"/>
              <a:t>单击以编辑母版副标题样式</a:t>
            </a:r>
            <a:endParaRPr lang="en-US" dirty="0"/>
          </a:p>
        </p:txBody>
      </p:sp>
      <p:sp>
        <p:nvSpPr>
          <p:cNvPr id="4" name="Date Placeholder 3"/>
          <p:cNvSpPr>
            <a:spLocks noGrp="1"/>
          </p:cNvSpPr>
          <p:nvPr>
            <p:ph type="dt" sz="half" idx="10"/>
          </p:nvPr>
        </p:nvSpPr>
        <p:spPr/>
        <p:txBody>
          <a:bodyPr/>
          <a:lstStyle/>
          <a:p>
            <a:fld id="{51CFE68A-57A9-4A65-A0BD-B0A93A36D248}" type="datetimeFigureOut">
              <a:rPr lang="zh-CN" altLang="en-US" smtClean="0">
                <a:solidFill>
                  <a:prstClr val="black">
                    <a:tint val="75000"/>
                  </a:prstClr>
                </a:solidFill>
              </a:rPr>
              <a:t>2024/4/3</a:t>
            </a:fld>
            <a:endParaRPr lang="zh-CN" alt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zh-CN" alt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70D493E8-4EBE-4FB8-AB71-26ABD5EB1AFA}" type="slidenum">
              <a:rPr lang="zh-CN" altLang="en-US" smtClean="0">
                <a:solidFill>
                  <a:prstClr val="black">
                    <a:tint val="75000"/>
                  </a:prstClr>
                </a:solidFill>
              </a:rPr>
              <a:t>‹#›</a:t>
            </a:fld>
            <a:endParaRPr lang="zh-CN" altLang="en-US">
              <a:solidFill>
                <a:prstClr val="black">
                  <a:tint val="75000"/>
                </a:prstClr>
              </a:solidFil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Content Placeholder 2"/>
          <p:cNvSpPr>
            <a:spLocks noGrp="1"/>
          </p:cNvSpPr>
          <p:nvPr>
            <p:ph idx="1" hasCustomPrompt="1"/>
          </p:nvPr>
        </p:nvSpPr>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51CFE68A-57A9-4A65-A0BD-B0A93A36D248}" type="datetimeFigureOut">
              <a:rPr lang="zh-CN" altLang="en-US" smtClean="0">
                <a:solidFill>
                  <a:prstClr val="black">
                    <a:tint val="75000"/>
                  </a:prstClr>
                </a:solidFill>
              </a:rPr>
              <a:t>2024/4/3</a:t>
            </a:fld>
            <a:endParaRPr lang="zh-CN" alt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zh-CN" alt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70D493E8-4EBE-4FB8-AB71-26ABD5EB1AFA}" type="slidenum">
              <a:rPr lang="zh-CN" altLang="en-US" smtClean="0">
                <a:solidFill>
                  <a:prstClr val="black">
                    <a:tint val="75000"/>
                  </a:prstClr>
                </a:solidFill>
              </a:rPr>
              <a:t>‹#›</a:t>
            </a:fld>
            <a:endParaRPr lang="zh-CN" altLang="en-US">
              <a:solidFill>
                <a:prstClr val="black">
                  <a:tint val="75000"/>
                </a:prstClr>
              </a:solidFil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143001" y="841772"/>
            <a:ext cx="6858000" cy="1790700"/>
          </a:xfrm>
        </p:spPr>
        <p:txBody>
          <a:bodyPr anchor="b"/>
          <a:lstStyle>
            <a:lvl1pPr algn="ctr">
              <a:defRPr sz="4500"/>
            </a:lvl1pPr>
          </a:lstStyle>
          <a:p>
            <a:r>
              <a:rPr lang="zh-CN" altLang="en-US" smtClean="0"/>
              <a:t>单击此处编辑母版标题样式</a:t>
            </a:r>
            <a:endParaRPr lang="en-US" dirty="0"/>
          </a:p>
        </p:txBody>
      </p:sp>
      <p:sp>
        <p:nvSpPr>
          <p:cNvPr id="3" name="Subtitle 2"/>
          <p:cNvSpPr>
            <a:spLocks noGrp="1"/>
          </p:cNvSpPr>
          <p:nvPr>
            <p:ph type="subTitle" idx="1" hasCustomPrompt="1"/>
          </p:nvPr>
        </p:nvSpPr>
        <p:spPr>
          <a:xfrm>
            <a:off x="1143001"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399665" indent="0" algn="ctr">
              <a:buNone/>
              <a:defRPr sz="1200"/>
            </a:lvl8pPr>
            <a:lvl9pPr marL="2742565" indent="0" algn="ctr">
              <a:buNone/>
              <a:defRPr sz="1200"/>
            </a:lvl9pPr>
          </a:lstStyle>
          <a:p>
            <a:r>
              <a:rPr lang="zh-CN" altLang="en-US" smtClean="0"/>
              <a:t>单击以编辑母版副标题样式</a:t>
            </a:r>
            <a:endParaRPr lang="en-US" dirty="0"/>
          </a:p>
        </p:txBody>
      </p:sp>
      <p:sp>
        <p:nvSpPr>
          <p:cNvPr id="4" name="Date Placeholder 3"/>
          <p:cNvSpPr>
            <a:spLocks noGrp="1"/>
          </p:cNvSpPr>
          <p:nvPr>
            <p:ph type="dt" sz="half" idx="10"/>
          </p:nvPr>
        </p:nvSpPr>
        <p:spPr/>
        <p:txBody>
          <a:bodyPr/>
          <a:lstStyle/>
          <a:p>
            <a:fld id="{51CFE68A-57A9-4A65-A0BD-B0A93A36D248}" type="datetimeFigureOut">
              <a:rPr lang="zh-CN" altLang="en-US" smtClean="0">
                <a:solidFill>
                  <a:prstClr val="black">
                    <a:tint val="75000"/>
                  </a:prstClr>
                </a:solidFill>
              </a:rPr>
              <a:t>2024/4/3</a:t>
            </a:fld>
            <a:endParaRPr lang="zh-CN" alt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zh-CN" alt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70D493E8-4EBE-4FB8-AB71-26ABD5EB1AFA}" type="slidenum">
              <a:rPr lang="zh-CN" altLang="en-US" smtClean="0">
                <a:solidFill>
                  <a:prstClr val="black">
                    <a:tint val="75000"/>
                  </a:prstClr>
                </a:solidFill>
              </a:rPr>
              <a:t>‹#›</a:t>
            </a:fld>
            <a:endParaRPr lang="zh-CN" altLang="en-US">
              <a:solidFill>
                <a:prstClr val="black">
                  <a:tint val="75000"/>
                </a:prstClr>
              </a:solidFil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Content Placeholder 2"/>
          <p:cNvSpPr>
            <a:spLocks noGrp="1"/>
          </p:cNvSpPr>
          <p:nvPr>
            <p:ph idx="1" hasCustomPrompt="1"/>
          </p:nvPr>
        </p:nvSpPr>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51CFE68A-57A9-4A65-A0BD-B0A93A36D248}" type="datetimeFigureOut">
              <a:rPr lang="zh-CN" altLang="en-US" smtClean="0">
                <a:solidFill>
                  <a:prstClr val="black">
                    <a:tint val="75000"/>
                  </a:prstClr>
                </a:solidFill>
              </a:rPr>
              <a:t>2024/4/3</a:t>
            </a:fld>
            <a:endParaRPr lang="zh-CN" alt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zh-CN" alt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70D493E8-4EBE-4FB8-AB71-26ABD5EB1AFA}" type="slidenum">
              <a:rPr lang="zh-CN" altLang="en-US" smtClean="0">
                <a:solidFill>
                  <a:prstClr val="black">
                    <a:tint val="75000"/>
                  </a:prstClr>
                </a:solidFill>
              </a:rPr>
              <a:t>‹#›</a:t>
            </a:fld>
            <a:endParaRPr lang="zh-CN" altLang="en-US">
              <a:solidFill>
                <a:prstClr val="black">
                  <a:tint val="75000"/>
                </a:prstClr>
              </a:solidFill>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1.jpeg"/></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4.xml"/><Relationship Id="rId1" Type="http://schemas.openxmlformats.org/officeDocument/2006/relationships/slideLayout" Target="../slideLayouts/slideLayout3.xml"/><Relationship Id="rId4" Type="http://schemas.openxmlformats.org/officeDocument/2006/relationships/image" Target="../media/image1.jpeg"/></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6.xml"/><Relationship Id="rId1" Type="http://schemas.openxmlformats.org/officeDocument/2006/relationships/slideLayout" Target="../slideLayouts/slideLayout5.xml"/><Relationship Id="rId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1" y="273844"/>
            <a:ext cx="7886700" cy="994172"/>
          </a:xfrm>
          <a:prstGeom prst="rect">
            <a:avLst/>
          </a:prstGeom>
        </p:spPr>
        <p:txBody>
          <a:bodyPr vert="horz" lIns="91440" tIns="45720" rIns="91440" bIns="45720" rtlCol="0" anchor="ctr">
            <a:normAutofit/>
          </a:bodyPr>
          <a:lstStyle/>
          <a:p>
            <a:r>
              <a:rPr lang="zh-CN" altLang="en-US" smtClean="0"/>
              <a:t>单击此处编辑母版标题样式</a:t>
            </a:r>
            <a:endParaRPr lang="en-US" dirty="0"/>
          </a:p>
        </p:txBody>
      </p:sp>
      <p:sp>
        <p:nvSpPr>
          <p:cNvPr id="3" name="Text Placeholder 2"/>
          <p:cNvSpPr>
            <a:spLocks noGrp="1"/>
          </p:cNvSpPr>
          <p:nvPr>
            <p:ph type="body" idx="1"/>
          </p:nvPr>
        </p:nvSpPr>
        <p:spPr>
          <a:xfrm>
            <a:off x="628651" y="1369219"/>
            <a:ext cx="7886700" cy="3263504"/>
          </a:xfrm>
          <a:prstGeom prst="rect">
            <a:avLst/>
          </a:prstGeom>
        </p:spPr>
        <p:txBody>
          <a:bodyPr vert="horz" lIns="91440" tIns="45720" rIns="91440" bIns="45720" rtlCol="0">
            <a:normAutofit/>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2"/>
          </p:nvPr>
        </p:nvSpPr>
        <p:spPr>
          <a:xfrm>
            <a:off x="628651"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pPr defTabSz="685800"/>
            <a:fld id="{51CFE68A-57A9-4A65-A0BD-B0A93A36D248}" type="datetimeFigureOut">
              <a:rPr lang="zh-CN" altLang="en-US" smtClean="0">
                <a:solidFill>
                  <a:prstClr val="black">
                    <a:tint val="75000"/>
                  </a:prstClr>
                </a:solidFill>
              </a:rPr>
              <a:t>2024/4/3</a:t>
            </a:fld>
            <a:endParaRPr lang="zh-CN" altLang="en-US">
              <a:solidFill>
                <a:prstClr val="black">
                  <a:tint val="75000"/>
                </a:prstClr>
              </a:solidFill>
            </a:endParaRPr>
          </a:p>
        </p:txBody>
      </p:sp>
      <p:sp>
        <p:nvSpPr>
          <p:cNvPr id="5" name="Footer Placeholder 4"/>
          <p:cNvSpPr>
            <a:spLocks noGrp="1"/>
          </p:cNvSpPr>
          <p:nvPr>
            <p:ph type="ftr" sz="quarter" idx="3"/>
          </p:nvPr>
        </p:nvSpPr>
        <p:spPr>
          <a:xfrm>
            <a:off x="3028951"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pPr defTabSz="685800"/>
            <a:endParaRPr lang="zh-CN" altLang="en-US">
              <a:solidFill>
                <a:prstClr val="black">
                  <a:tint val="75000"/>
                </a:prstClr>
              </a:solidFill>
            </a:endParaRPr>
          </a:p>
        </p:txBody>
      </p:sp>
      <p:sp>
        <p:nvSpPr>
          <p:cNvPr id="6" name="Slide Number Placeholder 5"/>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pPr defTabSz="685800"/>
            <a:fld id="{70D493E8-4EBE-4FB8-AB71-26ABD5EB1AFA}" type="slidenum">
              <a:rPr lang="zh-CN" altLang="en-US" smtClean="0">
                <a:solidFill>
                  <a:prstClr val="black">
                    <a:tint val="75000"/>
                  </a:prstClr>
                </a:solidFill>
              </a:rPr>
              <a:t>‹#›</a:t>
            </a:fld>
            <a:endParaRPr lang="zh-CN" altLang="en-US">
              <a:solidFill>
                <a:prstClr val="black">
                  <a:tint val="75000"/>
                </a:prstClr>
              </a:solidFill>
            </a:endParaRPr>
          </a:p>
        </p:txBody>
      </p:sp>
      <p:sp>
        <p:nvSpPr>
          <p:cNvPr id="7" name="矩形 6"/>
          <p:cNvSpPr/>
          <p:nvPr userDrawn="1"/>
        </p:nvSpPr>
        <p:spPr>
          <a:xfrm>
            <a:off x="0" y="0"/>
            <a:ext cx="2681435" cy="511200"/>
          </a:xfrm>
          <a:prstGeom prst="rect">
            <a:avLst/>
          </a:prstGeom>
          <a:solidFill>
            <a:schemeClr val="bg1"/>
          </a:solidFill>
          <a:ln w="9525" cmpd="sng">
            <a:solidFill>
              <a:schemeClr val="bg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zh-CN" altLang="en-US" sz="1350">
              <a:solidFill>
                <a:prstClr val="white"/>
              </a:solidFill>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115"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015"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399665" algn="l" defTabSz="685800" rtl="0" eaLnBrk="1" latinLnBrk="0" hangingPunct="1">
        <a:defRPr sz="1350" kern="1200">
          <a:solidFill>
            <a:schemeClr val="tx1"/>
          </a:solidFill>
          <a:latin typeface="+mn-lt"/>
          <a:ea typeface="+mn-ea"/>
          <a:cs typeface="+mn-cs"/>
        </a:defRPr>
      </a:lvl8pPr>
      <a:lvl9pPr marL="2742565"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1" y="273844"/>
            <a:ext cx="7886700" cy="994172"/>
          </a:xfrm>
          <a:prstGeom prst="rect">
            <a:avLst/>
          </a:prstGeom>
        </p:spPr>
        <p:txBody>
          <a:bodyPr vert="horz" lIns="91440" tIns="45720" rIns="91440" bIns="45720" rtlCol="0" anchor="ctr">
            <a:normAutofit/>
          </a:bodyPr>
          <a:lstStyle/>
          <a:p>
            <a:r>
              <a:rPr lang="zh-CN" altLang="en-US" smtClean="0"/>
              <a:t>单击此处编辑母版标题样式</a:t>
            </a:r>
            <a:endParaRPr lang="en-US" dirty="0"/>
          </a:p>
        </p:txBody>
      </p:sp>
      <p:sp>
        <p:nvSpPr>
          <p:cNvPr id="3" name="Text Placeholder 2"/>
          <p:cNvSpPr>
            <a:spLocks noGrp="1"/>
          </p:cNvSpPr>
          <p:nvPr>
            <p:ph type="body" idx="1"/>
          </p:nvPr>
        </p:nvSpPr>
        <p:spPr>
          <a:xfrm>
            <a:off x="628651" y="1369219"/>
            <a:ext cx="7886700" cy="3263504"/>
          </a:xfrm>
          <a:prstGeom prst="rect">
            <a:avLst/>
          </a:prstGeom>
        </p:spPr>
        <p:txBody>
          <a:bodyPr vert="horz" lIns="91440" tIns="45720" rIns="91440" bIns="45720" rtlCol="0">
            <a:normAutofit/>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2"/>
          </p:nvPr>
        </p:nvSpPr>
        <p:spPr>
          <a:xfrm>
            <a:off x="628651"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pPr defTabSz="685800"/>
            <a:fld id="{51CFE68A-57A9-4A65-A0BD-B0A93A36D248}" type="datetimeFigureOut">
              <a:rPr lang="zh-CN" altLang="en-US" smtClean="0">
                <a:solidFill>
                  <a:prstClr val="black">
                    <a:tint val="75000"/>
                  </a:prstClr>
                </a:solidFill>
              </a:rPr>
              <a:t>2024/4/3</a:t>
            </a:fld>
            <a:endParaRPr lang="zh-CN" altLang="en-US">
              <a:solidFill>
                <a:prstClr val="black">
                  <a:tint val="75000"/>
                </a:prstClr>
              </a:solidFill>
            </a:endParaRPr>
          </a:p>
        </p:txBody>
      </p:sp>
      <p:sp>
        <p:nvSpPr>
          <p:cNvPr id="5" name="Footer Placeholder 4"/>
          <p:cNvSpPr>
            <a:spLocks noGrp="1"/>
          </p:cNvSpPr>
          <p:nvPr>
            <p:ph type="ftr" sz="quarter" idx="3"/>
          </p:nvPr>
        </p:nvSpPr>
        <p:spPr>
          <a:xfrm>
            <a:off x="3028951"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pPr defTabSz="685800"/>
            <a:endParaRPr lang="zh-CN" altLang="en-US">
              <a:solidFill>
                <a:prstClr val="black">
                  <a:tint val="75000"/>
                </a:prstClr>
              </a:solidFill>
            </a:endParaRPr>
          </a:p>
        </p:txBody>
      </p:sp>
      <p:sp>
        <p:nvSpPr>
          <p:cNvPr id="6" name="Slide Number Placeholder 5"/>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pPr defTabSz="685800"/>
            <a:fld id="{70D493E8-4EBE-4FB8-AB71-26ABD5EB1AFA}" type="slidenum">
              <a:rPr lang="zh-CN" altLang="en-US" smtClean="0">
                <a:solidFill>
                  <a:prstClr val="black">
                    <a:tint val="75000"/>
                  </a:prstClr>
                </a:solidFill>
              </a:rPr>
              <a:t>‹#›</a:t>
            </a:fld>
            <a:endParaRPr lang="zh-CN" altLang="en-US">
              <a:solidFill>
                <a:prstClr val="black">
                  <a:tint val="75000"/>
                </a:prstClr>
              </a:solidFill>
            </a:endParaRPr>
          </a:p>
        </p:txBody>
      </p:sp>
      <p:sp>
        <p:nvSpPr>
          <p:cNvPr id="7" name="矩形 6"/>
          <p:cNvSpPr/>
          <p:nvPr userDrawn="1"/>
        </p:nvSpPr>
        <p:spPr>
          <a:xfrm>
            <a:off x="0" y="0"/>
            <a:ext cx="2681435" cy="511200"/>
          </a:xfrm>
          <a:prstGeom prst="rect">
            <a:avLst/>
          </a:prstGeom>
          <a:solidFill>
            <a:schemeClr val="bg1"/>
          </a:solidFill>
          <a:ln w="9525" cmpd="sng">
            <a:solidFill>
              <a:schemeClr val="bg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zh-CN" altLang="en-US" sz="1350">
              <a:solidFill>
                <a:prstClr val="white"/>
              </a:solidFill>
            </a:endParaRPr>
          </a:p>
        </p:txBody>
      </p:sp>
    </p:spTree>
  </p:cSld>
  <p:clrMap bg1="lt1" tx1="dk1" bg2="lt2" tx2="dk2" accent1="accent1" accent2="accent2" accent3="accent3" accent4="accent4" accent5="accent5" accent6="accent6" hlink="hlink" folHlink="folHlink"/>
  <p:sldLayoutIdLst>
    <p:sldLayoutId id="2147483652" r:id="rId1"/>
    <p:sldLayoutId id="2147483653" r:id="rId2"/>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115"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015"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399665" algn="l" defTabSz="685800" rtl="0" eaLnBrk="1" latinLnBrk="0" hangingPunct="1">
        <a:defRPr sz="1350" kern="1200">
          <a:solidFill>
            <a:schemeClr val="tx1"/>
          </a:solidFill>
          <a:latin typeface="+mn-lt"/>
          <a:ea typeface="+mn-ea"/>
          <a:cs typeface="+mn-cs"/>
        </a:defRPr>
      </a:lvl8pPr>
      <a:lvl9pPr marL="2742565" algn="l" defTabSz="685800" rtl="0" eaLnBrk="1" latinLnBrk="0" hangingPunct="1">
        <a:defRPr sz="135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1" y="273844"/>
            <a:ext cx="7886700" cy="994172"/>
          </a:xfrm>
          <a:prstGeom prst="rect">
            <a:avLst/>
          </a:prstGeom>
        </p:spPr>
        <p:txBody>
          <a:bodyPr vert="horz" lIns="91440" tIns="45720" rIns="91440" bIns="45720" rtlCol="0" anchor="ctr">
            <a:normAutofit/>
          </a:bodyPr>
          <a:lstStyle/>
          <a:p>
            <a:r>
              <a:rPr lang="zh-CN" altLang="en-US" smtClean="0"/>
              <a:t>单击此处编辑母版标题样式</a:t>
            </a:r>
            <a:endParaRPr lang="en-US" dirty="0"/>
          </a:p>
        </p:txBody>
      </p:sp>
      <p:sp>
        <p:nvSpPr>
          <p:cNvPr id="3" name="Text Placeholder 2"/>
          <p:cNvSpPr>
            <a:spLocks noGrp="1"/>
          </p:cNvSpPr>
          <p:nvPr>
            <p:ph type="body" idx="1"/>
          </p:nvPr>
        </p:nvSpPr>
        <p:spPr>
          <a:xfrm>
            <a:off x="628651" y="1369219"/>
            <a:ext cx="7886700" cy="3263504"/>
          </a:xfrm>
          <a:prstGeom prst="rect">
            <a:avLst/>
          </a:prstGeom>
        </p:spPr>
        <p:txBody>
          <a:bodyPr vert="horz" lIns="91440" tIns="45720" rIns="91440" bIns="45720" rtlCol="0">
            <a:normAutofit/>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2"/>
          </p:nvPr>
        </p:nvSpPr>
        <p:spPr>
          <a:xfrm>
            <a:off x="628651"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pPr defTabSz="685800"/>
            <a:fld id="{51CFE68A-57A9-4A65-A0BD-B0A93A36D248}" type="datetimeFigureOut">
              <a:rPr lang="zh-CN" altLang="en-US" smtClean="0">
                <a:solidFill>
                  <a:prstClr val="black">
                    <a:tint val="75000"/>
                  </a:prstClr>
                </a:solidFill>
              </a:rPr>
              <a:t>2024/4/3</a:t>
            </a:fld>
            <a:endParaRPr lang="zh-CN" altLang="en-US">
              <a:solidFill>
                <a:prstClr val="black">
                  <a:tint val="75000"/>
                </a:prstClr>
              </a:solidFill>
            </a:endParaRPr>
          </a:p>
        </p:txBody>
      </p:sp>
      <p:sp>
        <p:nvSpPr>
          <p:cNvPr id="5" name="Footer Placeholder 4"/>
          <p:cNvSpPr>
            <a:spLocks noGrp="1"/>
          </p:cNvSpPr>
          <p:nvPr>
            <p:ph type="ftr" sz="quarter" idx="3"/>
          </p:nvPr>
        </p:nvSpPr>
        <p:spPr>
          <a:xfrm>
            <a:off x="3028951"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pPr defTabSz="685800"/>
            <a:endParaRPr lang="zh-CN" altLang="en-US">
              <a:solidFill>
                <a:prstClr val="black">
                  <a:tint val="75000"/>
                </a:prstClr>
              </a:solidFill>
            </a:endParaRPr>
          </a:p>
        </p:txBody>
      </p:sp>
      <p:sp>
        <p:nvSpPr>
          <p:cNvPr id="6" name="Slide Number Placeholder 5"/>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pPr defTabSz="685800"/>
            <a:fld id="{70D493E8-4EBE-4FB8-AB71-26ABD5EB1AFA}" type="slidenum">
              <a:rPr lang="zh-CN" altLang="en-US" smtClean="0">
                <a:solidFill>
                  <a:prstClr val="black">
                    <a:tint val="75000"/>
                  </a:prstClr>
                </a:solidFill>
              </a:rPr>
              <a:t>‹#›</a:t>
            </a:fld>
            <a:endParaRPr lang="zh-CN" altLang="en-US">
              <a:solidFill>
                <a:prstClr val="black">
                  <a:tint val="75000"/>
                </a:prstClr>
              </a:solidFill>
            </a:endParaRPr>
          </a:p>
        </p:txBody>
      </p:sp>
      <p:sp>
        <p:nvSpPr>
          <p:cNvPr id="7" name="矩形 6"/>
          <p:cNvSpPr/>
          <p:nvPr userDrawn="1"/>
        </p:nvSpPr>
        <p:spPr>
          <a:xfrm>
            <a:off x="0" y="0"/>
            <a:ext cx="2681435" cy="511200"/>
          </a:xfrm>
          <a:prstGeom prst="rect">
            <a:avLst/>
          </a:prstGeom>
          <a:solidFill>
            <a:schemeClr val="bg1"/>
          </a:solidFill>
          <a:ln w="9525" cmpd="sng">
            <a:solidFill>
              <a:schemeClr val="bg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zh-CN" altLang="en-US" sz="1350">
              <a:solidFill>
                <a:prstClr val="white"/>
              </a:solidFill>
            </a:endParaRPr>
          </a:p>
        </p:txBody>
      </p:sp>
    </p:spTree>
  </p:cSld>
  <p:clrMap bg1="lt1" tx1="dk1" bg2="lt2" tx2="dk2" accent1="accent1" accent2="accent2" accent3="accent3" accent4="accent4" accent5="accent5" accent6="accent6" hlink="hlink" folHlink="folHlink"/>
  <p:sldLayoutIdLst>
    <p:sldLayoutId id="2147483655" r:id="rId1"/>
    <p:sldLayoutId id="2147483656" r:id="rId2"/>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115"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015"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399665" algn="l" defTabSz="685800" rtl="0" eaLnBrk="1" latinLnBrk="0" hangingPunct="1">
        <a:defRPr sz="1350" kern="1200">
          <a:solidFill>
            <a:schemeClr val="tx1"/>
          </a:solidFill>
          <a:latin typeface="+mn-lt"/>
          <a:ea typeface="+mn-ea"/>
          <a:cs typeface="+mn-cs"/>
        </a:defRPr>
      </a:lvl8pPr>
      <a:lvl9pPr marL="2742565"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tags" Target="../tags/tag9.xml"/><Relationship Id="rId13" Type="http://schemas.openxmlformats.org/officeDocument/2006/relationships/tags" Target="../tags/tag14.xml"/><Relationship Id="rId18" Type="http://schemas.openxmlformats.org/officeDocument/2006/relationships/tags" Target="../tags/tag19.xml"/><Relationship Id="rId3" Type="http://schemas.openxmlformats.org/officeDocument/2006/relationships/tags" Target="../tags/tag4.xml"/><Relationship Id="rId21" Type="http://schemas.openxmlformats.org/officeDocument/2006/relationships/image" Target="../media/image3.jpeg"/><Relationship Id="rId7" Type="http://schemas.openxmlformats.org/officeDocument/2006/relationships/tags" Target="../tags/tag8.xml"/><Relationship Id="rId12" Type="http://schemas.openxmlformats.org/officeDocument/2006/relationships/tags" Target="../tags/tag13.xml"/><Relationship Id="rId17" Type="http://schemas.openxmlformats.org/officeDocument/2006/relationships/tags" Target="../tags/tag18.xml"/><Relationship Id="rId2" Type="http://schemas.openxmlformats.org/officeDocument/2006/relationships/tags" Target="../tags/tag3.xml"/><Relationship Id="rId16" Type="http://schemas.openxmlformats.org/officeDocument/2006/relationships/tags" Target="../tags/tag17.xml"/><Relationship Id="rId20" Type="http://schemas.openxmlformats.org/officeDocument/2006/relationships/notesSlide" Target="../notesSlides/notesSlide2.xml"/><Relationship Id="rId1" Type="http://schemas.openxmlformats.org/officeDocument/2006/relationships/tags" Target="../tags/tag2.xml"/><Relationship Id="rId6" Type="http://schemas.openxmlformats.org/officeDocument/2006/relationships/tags" Target="../tags/tag7.xml"/><Relationship Id="rId11" Type="http://schemas.openxmlformats.org/officeDocument/2006/relationships/tags" Target="../tags/tag12.xml"/><Relationship Id="rId5" Type="http://schemas.openxmlformats.org/officeDocument/2006/relationships/tags" Target="../tags/tag6.xml"/><Relationship Id="rId15" Type="http://schemas.openxmlformats.org/officeDocument/2006/relationships/tags" Target="../tags/tag16.xml"/><Relationship Id="rId10" Type="http://schemas.openxmlformats.org/officeDocument/2006/relationships/tags" Target="../tags/tag11.xml"/><Relationship Id="rId19" Type="http://schemas.openxmlformats.org/officeDocument/2006/relationships/slideLayout" Target="../slideLayouts/slideLayout4.xml"/><Relationship Id="rId4" Type="http://schemas.openxmlformats.org/officeDocument/2006/relationships/tags" Target="../tags/tag5.xml"/><Relationship Id="rId9" Type="http://schemas.openxmlformats.org/officeDocument/2006/relationships/tags" Target="../tags/tag10.xml"/><Relationship Id="rId14" Type="http://schemas.openxmlformats.org/officeDocument/2006/relationships/tags" Target="../tags/tag15.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6.xml"/><Relationship Id="rId1" Type="http://schemas.openxmlformats.org/officeDocument/2006/relationships/tags" Target="../tags/tag20.xml"/><Relationship Id="rId5" Type="http://schemas.microsoft.com/office/2007/relationships/hdphoto" Target="../media/hdphoto1.wdp"/><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6.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6.xml"/><Relationship Id="rId1" Type="http://schemas.openxmlformats.org/officeDocument/2006/relationships/tags" Target="../tags/tag2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hyperlink" Target="&#28165;&#27927;2.mp4" TargetMode="External"/><Relationship Id="rId7" Type="http://schemas.openxmlformats.org/officeDocument/2006/relationships/image" Target="../media/image18.png"/><Relationship Id="rId2" Type="http://schemas.openxmlformats.org/officeDocument/2006/relationships/notesSlide" Target="../notesSlides/notesSlide14.xml"/><Relationship Id="rId1" Type="http://schemas.openxmlformats.org/officeDocument/2006/relationships/slideLayout" Target="../slideLayouts/slideLayout6.xml"/><Relationship Id="rId6" Type="http://schemas.openxmlformats.org/officeDocument/2006/relationships/image" Target="../media/image17.jpeg"/><Relationship Id="rId5" Type="http://schemas.openxmlformats.org/officeDocument/2006/relationships/image" Target="../media/image16.jpeg"/><Relationship Id="rId4" Type="http://schemas.openxmlformats.org/officeDocument/2006/relationships/image" Target="../media/image15.jpeg"/><Relationship Id="rId9" Type="http://schemas.openxmlformats.org/officeDocument/2006/relationships/image" Target="../media/image20.png"/></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5.xml"/><Relationship Id="rId1" Type="http://schemas.openxmlformats.org/officeDocument/2006/relationships/slideLayout" Target="../slideLayouts/slideLayout6.xml"/><Relationship Id="rId6" Type="http://schemas.microsoft.com/office/2007/relationships/hdphoto" Target="../media/hdphoto2.wdp"/><Relationship Id="rId5" Type="http://schemas.openxmlformats.org/officeDocument/2006/relationships/image" Target="../media/image23.png"/><Relationship Id="rId4" Type="http://schemas.openxmlformats.org/officeDocument/2006/relationships/image" Target="../media/image22.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6" name="文本框 5"/>
          <p:cNvSpPr txBox="1"/>
          <p:nvPr/>
        </p:nvSpPr>
        <p:spPr>
          <a:xfrm>
            <a:off x="672887" y="2206648"/>
            <a:ext cx="7797910" cy="1014730"/>
          </a:xfrm>
          <a:prstGeom prst="rect">
            <a:avLst/>
          </a:prstGeom>
          <a:noFill/>
        </p:spPr>
        <p:txBody>
          <a:bodyPr wrap="square" rtlCol="0">
            <a:spAutoFit/>
          </a:bodyPr>
          <a:lstStyle/>
          <a:p>
            <a:pPr algn="ctr" defTabSz="685800"/>
            <a:r>
              <a:rPr sz="3000" dirty="0" smtClean="0">
                <a:solidFill>
                  <a:srgbClr val="004098"/>
                </a:solidFill>
                <a:latin typeface="Calibri" panose="020F0502020204030204" charset="0"/>
                <a:ea typeface="微软雅黑" panose="020B0503020204020204" pitchFamily="34" charset="-122"/>
                <a:cs typeface="Calibri" panose="020F0502020204030204" charset="0"/>
              </a:rPr>
              <a:t>DZW PRO series handheld laser cleaning machine--technical solution</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1">
            <a:lum/>
          </a:blip>
          <a:srcRect/>
          <a:stretch>
            <a:fillRect/>
          </a:stretch>
        </a:blipFill>
        <a:effectLst/>
      </p:bgPr>
    </p:bg>
    <p:spTree>
      <p:nvGrpSpPr>
        <p:cNvPr id="1" name=""/>
        <p:cNvGrpSpPr/>
        <p:nvPr/>
      </p:nvGrpSpPr>
      <p:grpSpPr>
        <a:xfrm>
          <a:off x="0" y="0"/>
          <a:ext cx="0" cy="0"/>
          <a:chOff x="0" y="0"/>
          <a:chExt cx="0" cy="0"/>
        </a:xfrm>
      </p:grpSpPr>
      <p:grpSp>
        <p:nvGrpSpPr>
          <p:cNvPr id="14" name="组合 13"/>
          <p:cNvGrpSpPr/>
          <p:nvPr>
            <p:custDataLst>
              <p:tags r:id="rId1"/>
            </p:custDataLst>
          </p:nvPr>
        </p:nvGrpSpPr>
        <p:grpSpPr>
          <a:xfrm>
            <a:off x="4225841" y="1006036"/>
            <a:ext cx="3562985" cy="307975"/>
            <a:chOff x="6183" y="2525"/>
            <a:chExt cx="5611" cy="485"/>
          </a:xfrm>
        </p:grpSpPr>
        <p:sp>
          <p:nvSpPr>
            <p:cNvPr id="7" name="文本框 6"/>
            <p:cNvSpPr txBox="1"/>
            <p:nvPr>
              <p:custDataLst>
                <p:tags r:id="rId17"/>
              </p:custDataLst>
            </p:nvPr>
          </p:nvSpPr>
          <p:spPr>
            <a:xfrm>
              <a:off x="7141" y="2527"/>
              <a:ext cx="4653" cy="483"/>
            </a:xfrm>
            <a:prstGeom prst="rect">
              <a:avLst/>
            </a:prstGeom>
            <a:ln>
              <a:noFill/>
            </a:ln>
          </p:spPr>
          <p:style>
            <a:lnRef idx="2">
              <a:schemeClr val="accent6"/>
            </a:lnRef>
            <a:fillRef idx="1">
              <a:schemeClr val="lt1"/>
            </a:fillRef>
            <a:effectRef idx="0">
              <a:schemeClr val="accent6"/>
            </a:effectRef>
            <a:fontRef idx="minor">
              <a:schemeClr val="dk1"/>
            </a:fontRef>
          </p:style>
          <p:txBody>
            <a:bodyPr wrap="square" rtlCol="0" anchor="ctr" anchorCtr="0">
              <a:spAutoFit/>
            </a:bodyPr>
            <a:lstStyle/>
            <a:p>
              <a:pPr defTabSz="685800"/>
              <a:r>
                <a:rPr lang="zh-CN" altLang="en-US" sz="1400" b="1" dirty="0" smtClean="0">
                  <a:ln w="3175" cmpd="sng">
                    <a:solidFill>
                      <a:srgbClr val="5B9BD5">
                        <a:shade val="50000"/>
                      </a:srgbClr>
                    </a:solidFill>
                    <a:prstDash val="solid"/>
                  </a:ln>
                  <a:solidFill>
                    <a:prstClr val="black"/>
                  </a:solidFill>
                  <a:effectLst>
                    <a:reflection stA="0" endPos="0" dir="5400000" sy="-100000" algn="bl" rotWithShape="0"/>
                  </a:effectLst>
                  <a:latin typeface="Calibri" panose="020F0502020204030204" charset="0"/>
                  <a:ea typeface="微软雅黑" panose="020B0503020204020204" pitchFamily="34" charset="-122"/>
                  <a:cs typeface="Calibri" panose="020F0502020204030204" charset="0"/>
                </a:rPr>
                <a:t>Equipment introduction</a:t>
              </a:r>
            </a:p>
          </p:txBody>
        </p:sp>
        <p:sp>
          <p:nvSpPr>
            <p:cNvPr id="11" name="文本框 10"/>
            <p:cNvSpPr txBox="1"/>
            <p:nvPr>
              <p:custDataLst>
                <p:tags r:id="rId18"/>
              </p:custDataLst>
            </p:nvPr>
          </p:nvSpPr>
          <p:spPr>
            <a:xfrm>
              <a:off x="6183" y="2525"/>
              <a:ext cx="639" cy="48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nchorCtr="0">
              <a:spAutoFit/>
            </a:bodyPr>
            <a:lstStyle/>
            <a:p>
              <a:pPr defTabSz="685800"/>
              <a:r>
                <a:rPr lang="en-US" altLang="zh-CN" sz="1400" b="1" dirty="0" smtClean="0">
                  <a:ln w="3175" cmpd="sng">
                    <a:solidFill>
                      <a:srgbClr val="5B9BD5">
                        <a:shade val="50000"/>
                      </a:srgbClr>
                    </a:solidFill>
                    <a:prstDash val="solid"/>
                  </a:ln>
                  <a:solidFill>
                    <a:prstClr val="black"/>
                  </a:solidFill>
                  <a:effectLst>
                    <a:reflection stA="0" endPos="0" dir="5400000" sy="-100000" algn="bl" rotWithShape="0"/>
                  </a:effectLst>
                  <a:latin typeface="Calibri" panose="020F0502020204030204" charset="0"/>
                  <a:ea typeface="微软雅黑" panose="020B0503020204020204" pitchFamily="34" charset="-122"/>
                  <a:cs typeface="Calibri" panose="020F0502020204030204" charset="0"/>
                </a:rPr>
                <a:t>01</a:t>
              </a:r>
            </a:p>
          </p:txBody>
        </p:sp>
      </p:grpSp>
      <p:grpSp>
        <p:nvGrpSpPr>
          <p:cNvPr id="15" name="组合 14"/>
          <p:cNvGrpSpPr/>
          <p:nvPr>
            <p:custDataLst>
              <p:tags r:id="rId2"/>
            </p:custDataLst>
          </p:nvPr>
        </p:nvGrpSpPr>
        <p:grpSpPr>
          <a:xfrm>
            <a:off x="4225841" y="1406182"/>
            <a:ext cx="4185920" cy="335915"/>
            <a:chOff x="6183" y="3352"/>
            <a:chExt cx="6592" cy="529"/>
          </a:xfrm>
        </p:grpSpPr>
        <p:sp>
          <p:nvSpPr>
            <p:cNvPr id="8" name="文本框 7"/>
            <p:cNvSpPr txBox="1"/>
            <p:nvPr>
              <p:custDataLst>
                <p:tags r:id="rId15"/>
              </p:custDataLst>
            </p:nvPr>
          </p:nvSpPr>
          <p:spPr>
            <a:xfrm>
              <a:off x="7142" y="3398"/>
              <a:ext cx="5633" cy="483"/>
            </a:xfrm>
            <a:prstGeom prst="rect">
              <a:avLst/>
            </a:prstGeom>
            <a:ln>
              <a:noFill/>
            </a:ln>
          </p:spPr>
          <p:style>
            <a:lnRef idx="2">
              <a:schemeClr val="accent6"/>
            </a:lnRef>
            <a:fillRef idx="1">
              <a:schemeClr val="lt1"/>
            </a:fillRef>
            <a:effectRef idx="0">
              <a:schemeClr val="accent6"/>
            </a:effectRef>
            <a:fontRef idx="minor">
              <a:schemeClr val="dk1"/>
            </a:fontRef>
          </p:style>
          <p:txBody>
            <a:bodyPr wrap="square" rtlCol="0" anchor="ctr" anchorCtr="0">
              <a:spAutoFit/>
            </a:bodyPr>
            <a:lstStyle/>
            <a:p>
              <a:pPr defTabSz="685800"/>
              <a:r>
                <a:rPr lang="zh-CN" altLang="en-US" sz="1400" b="1" dirty="0" smtClean="0">
                  <a:ln w="3175" cmpd="sng">
                    <a:solidFill>
                      <a:srgbClr val="5B9BD5">
                        <a:shade val="50000"/>
                      </a:srgbClr>
                    </a:solidFill>
                    <a:prstDash val="solid"/>
                  </a:ln>
                  <a:solidFill>
                    <a:prstClr val="black"/>
                  </a:solidFill>
                  <a:effectLst>
                    <a:reflection stA="0" endPos="0" dir="5400000" sy="-100000" algn="bl" rotWithShape="0"/>
                  </a:effectLst>
                  <a:latin typeface="Calibri" panose="020F0502020204030204" charset="0"/>
                  <a:ea typeface="微软雅黑" panose="020B0503020204020204" pitchFamily="34" charset="-122"/>
                  <a:cs typeface="Calibri" panose="020F0502020204030204" charset="0"/>
                </a:rPr>
                <a:t>Laser cleaning advantages</a:t>
              </a:r>
            </a:p>
          </p:txBody>
        </p:sp>
        <p:sp>
          <p:nvSpPr>
            <p:cNvPr id="12" name="文本框 11"/>
            <p:cNvSpPr txBox="1"/>
            <p:nvPr>
              <p:custDataLst>
                <p:tags r:id="rId16"/>
              </p:custDataLst>
            </p:nvPr>
          </p:nvSpPr>
          <p:spPr>
            <a:xfrm>
              <a:off x="6183" y="3352"/>
              <a:ext cx="639" cy="48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nchorCtr="0">
              <a:spAutoFit/>
            </a:bodyPr>
            <a:lstStyle/>
            <a:p>
              <a:pPr defTabSz="685800"/>
              <a:r>
                <a:rPr lang="en-US" altLang="zh-CN" sz="1400" b="1" dirty="0" smtClean="0">
                  <a:ln w="3175" cmpd="sng">
                    <a:solidFill>
                      <a:srgbClr val="5B9BD5">
                        <a:shade val="50000"/>
                      </a:srgbClr>
                    </a:solidFill>
                    <a:prstDash val="solid"/>
                  </a:ln>
                  <a:solidFill>
                    <a:prstClr val="black"/>
                  </a:solidFill>
                  <a:effectLst>
                    <a:reflection stA="0" endPos="0" dir="5400000" sy="-100000" algn="bl" rotWithShape="0"/>
                  </a:effectLst>
                  <a:latin typeface="Calibri" panose="020F0502020204030204" charset="0"/>
                  <a:ea typeface="微软雅黑" panose="020B0503020204020204" pitchFamily="34" charset="-122"/>
                  <a:cs typeface="Calibri" panose="020F0502020204030204" charset="0"/>
                </a:rPr>
                <a:t>02</a:t>
              </a:r>
            </a:p>
          </p:txBody>
        </p:sp>
      </p:grpSp>
      <p:grpSp>
        <p:nvGrpSpPr>
          <p:cNvPr id="6" name="组合 5"/>
          <p:cNvGrpSpPr/>
          <p:nvPr>
            <p:custDataLst>
              <p:tags r:id="rId3"/>
            </p:custDataLst>
          </p:nvPr>
        </p:nvGrpSpPr>
        <p:grpSpPr>
          <a:xfrm>
            <a:off x="4225840" y="1865604"/>
            <a:ext cx="4186555" cy="335915"/>
            <a:chOff x="6183" y="4201"/>
            <a:chExt cx="6593" cy="529"/>
          </a:xfrm>
        </p:grpSpPr>
        <p:sp>
          <p:nvSpPr>
            <p:cNvPr id="9" name="文本框 8"/>
            <p:cNvSpPr txBox="1"/>
            <p:nvPr>
              <p:custDataLst>
                <p:tags r:id="rId13"/>
              </p:custDataLst>
            </p:nvPr>
          </p:nvSpPr>
          <p:spPr>
            <a:xfrm>
              <a:off x="7143" y="4247"/>
              <a:ext cx="5633" cy="483"/>
            </a:xfrm>
            <a:prstGeom prst="rect">
              <a:avLst/>
            </a:prstGeom>
            <a:ln>
              <a:noFill/>
            </a:ln>
          </p:spPr>
          <p:style>
            <a:lnRef idx="2">
              <a:schemeClr val="accent6"/>
            </a:lnRef>
            <a:fillRef idx="1">
              <a:schemeClr val="lt1"/>
            </a:fillRef>
            <a:effectRef idx="0">
              <a:schemeClr val="accent6"/>
            </a:effectRef>
            <a:fontRef idx="minor">
              <a:schemeClr val="dk1"/>
            </a:fontRef>
          </p:style>
          <p:txBody>
            <a:bodyPr wrap="square" rtlCol="0" anchor="ctr" anchorCtr="0">
              <a:spAutoFit/>
            </a:bodyPr>
            <a:lstStyle/>
            <a:p>
              <a:pPr defTabSz="685800"/>
              <a:r>
                <a:rPr lang="zh-CN" altLang="en-US" sz="1400" b="1" dirty="0">
                  <a:ln w="3175" cmpd="sng">
                    <a:solidFill>
                      <a:srgbClr val="5B9BD5">
                        <a:shade val="50000"/>
                      </a:srgbClr>
                    </a:solidFill>
                    <a:prstDash val="solid"/>
                  </a:ln>
                  <a:solidFill>
                    <a:prstClr val="black"/>
                  </a:solidFill>
                  <a:effectLst>
                    <a:reflection stA="0" endPos="0" dir="5400000" sy="-100000" algn="bl" rotWithShape="0"/>
                  </a:effectLst>
                  <a:latin typeface="Calibri" panose="020F0502020204030204" charset="0"/>
                  <a:ea typeface="微软雅黑" panose="020B0503020204020204" pitchFamily="34" charset="-122"/>
                  <a:cs typeface="Calibri" panose="020F0502020204030204" charset="0"/>
                </a:rPr>
                <a:t>Equipment usage precautions</a:t>
              </a:r>
            </a:p>
          </p:txBody>
        </p:sp>
        <p:sp>
          <p:nvSpPr>
            <p:cNvPr id="13" name="文本框 12"/>
            <p:cNvSpPr txBox="1"/>
            <p:nvPr>
              <p:custDataLst>
                <p:tags r:id="rId14"/>
              </p:custDataLst>
            </p:nvPr>
          </p:nvSpPr>
          <p:spPr>
            <a:xfrm>
              <a:off x="6183" y="4201"/>
              <a:ext cx="639" cy="48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nchorCtr="0">
              <a:spAutoFit/>
            </a:bodyPr>
            <a:lstStyle/>
            <a:p>
              <a:pPr defTabSz="685800"/>
              <a:r>
                <a:rPr lang="en-US" altLang="zh-CN" sz="1400" b="1" dirty="0" smtClean="0">
                  <a:ln w="3175" cmpd="sng">
                    <a:solidFill>
                      <a:srgbClr val="5B9BD5">
                        <a:shade val="50000"/>
                      </a:srgbClr>
                    </a:solidFill>
                    <a:prstDash val="solid"/>
                  </a:ln>
                  <a:solidFill>
                    <a:prstClr val="black"/>
                  </a:solidFill>
                  <a:effectLst>
                    <a:reflection stA="0" endPos="0" dir="5400000" sy="-100000" algn="bl" rotWithShape="0"/>
                  </a:effectLst>
                  <a:latin typeface="Calibri" panose="020F0502020204030204" charset="0"/>
                  <a:ea typeface="微软雅黑" panose="020B0503020204020204" pitchFamily="34" charset="-122"/>
                  <a:cs typeface="Calibri" panose="020F0502020204030204" charset="0"/>
                </a:rPr>
                <a:t>03</a:t>
              </a:r>
            </a:p>
          </p:txBody>
        </p:sp>
      </p:grpSp>
      <p:grpSp>
        <p:nvGrpSpPr>
          <p:cNvPr id="31" name="组合 30"/>
          <p:cNvGrpSpPr/>
          <p:nvPr>
            <p:custDataLst>
              <p:tags r:id="rId4"/>
            </p:custDataLst>
          </p:nvPr>
        </p:nvGrpSpPr>
        <p:grpSpPr>
          <a:xfrm>
            <a:off x="4222031" y="2348453"/>
            <a:ext cx="4191000" cy="335280"/>
            <a:chOff x="6177" y="5050"/>
            <a:chExt cx="6600" cy="528"/>
          </a:xfrm>
        </p:grpSpPr>
        <p:sp>
          <p:nvSpPr>
            <p:cNvPr id="32" name="文本框 31"/>
            <p:cNvSpPr txBox="1"/>
            <p:nvPr>
              <p:custDataLst>
                <p:tags r:id="rId11"/>
              </p:custDataLst>
            </p:nvPr>
          </p:nvSpPr>
          <p:spPr>
            <a:xfrm>
              <a:off x="7144" y="5095"/>
              <a:ext cx="5633" cy="483"/>
            </a:xfrm>
            <a:prstGeom prst="rect">
              <a:avLst/>
            </a:prstGeom>
            <a:ln>
              <a:noFill/>
            </a:ln>
          </p:spPr>
          <p:style>
            <a:lnRef idx="2">
              <a:schemeClr val="accent6"/>
            </a:lnRef>
            <a:fillRef idx="1">
              <a:schemeClr val="lt1"/>
            </a:fillRef>
            <a:effectRef idx="0">
              <a:schemeClr val="accent6"/>
            </a:effectRef>
            <a:fontRef idx="minor">
              <a:schemeClr val="dk1"/>
            </a:fontRef>
          </p:style>
          <p:txBody>
            <a:bodyPr wrap="square" rtlCol="0" anchor="ctr" anchorCtr="0">
              <a:spAutoFit/>
            </a:bodyPr>
            <a:lstStyle/>
            <a:p>
              <a:pPr defTabSz="685800"/>
              <a:r>
                <a:rPr lang="zh-CN" altLang="en-US" sz="1400" b="1" dirty="0">
                  <a:ln w="3175" cmpd="sng">
                    <a:solidFill>
                      <a:srgbClr val="5B9BD5">
                        <a:shade val="50000"/>
                      </a:srgbClr>
                    </a:solidFill>
                    <a:prstDash val="solid"/>
                  </a:ln>
                  <a:solidFill>
                    <a:prstClr val="black"/>
                  </a:solidFill>
                  <a:effectLst>
                    <a:reflection stA="0" endPos="0" dir="5400000" sy="-100000" algn="bl" rotWithShape="0"/>
                  </a:effectLst>
                  <a:latin typeface="Calibri" panose="020F0502020204030204" charset="0"/>
                  <a:ea typeface="微软雅黑" panose="020B0503020204020204" pitchFamily="34" charset="-122"/>
                  <a:cs typeface="Calibri" panose="020F0502020204030204" charset="0"/>
                </a:rPr>
                <a:t>Laser cleaning process parameters</a:t>
              </a:r>
            </a:p>
          </p:txBody>
        </p:sp>
        <p:sp>
          <p:nvSpPr>
            <p:cNvPr id="33" name="文本框 32"/>
            <p:cNvSpPr txBox="1"/>
            <p:nvPr>
              <p:custDataLst>
                <p:tags r:id="rId12"/>
              </p:custDataLst>
            </p:nvPr>
          </p:nvSpPr>
          <p:spPr>
            <a:xfrm>
              <a:off x="6177" y="5050"/>
              <a:ext cx="639" cy="48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nchorCtr="0">
              <a:spAutoFit/>
            </a:bodyPr>
            <a:lstStyle/>
            <a:p>
              <a:pPr defTabSz="685800"/>
              <a:r>
                <a:rPr lang="en-US" altLang="zh-CN" sz="1400" b="1" dirty="0" smtClean="0">
                  <a:ln w="3175" cmpd="sng">
                    <a:solidFill>
                      <a:srgbClr val="5B9BD5">
                        <a:shade val="50000"/>
                      </a:srgbClr>
                    </a:solidFill>
                    <a:prstDash val="solid"/>
                  </a:ln>
                  <a:solidFill>
                    <a:prstClr val="black"/>
                  </a:solidFill>
                  <a:effectLst>
                    <a:reflection stA="0" endPos="0" dir="5400000" sy="-100000" algn="bl" rotWithShape="0"/>
                  </a:effectLst>
                  <a:latin typeface="Calibri" panose="020F0502020204030204" charset="0"/>
                  <a:ea typeface="微软雅黑" panose="020B0503020204020204" pitchFamily="34" charset="-122"/>
                  <a:cs typeface="Calibri" panose="020F0502020204030204" charset="0"/>
                </a:rPr>
                <a:t>04</a:t>
              </a:r>
            </a:p>
          </p:txBody>
        </p:sp>
      </p:grpSp>
      <p:grpSp>
        <p:nvGrpSpPr>
          <p:cNvPr id="34" name="组合 33"/>
          <p:cNvGrpSpPr/>
          <p:nvPr>
            <p:custDataLst>
              <p:tags r:id="rId5"/>
            </p:custDataLst>
          </p:nvPr>
        </p:nvGrpSpPr>
        <p:grpSpPr>
          <a:xfrm>
            <a:off x="4225840" y="2830667"/>
            <a:ext cx="4186555" cy="335280"/>
            <a:chOff x="6183" y="4201"/>
            <a:chExt cx="6593" cy="528"/>
          </a:xfrm>
        </p:grpSpPr>
        <p:sp>
          <p:nvSpPr>
            <p:cNvPr id="35" name="文本框 34"/>
            <p:cNvSpPr txBox="1"/>
            <p:nvPr>
              <p:custDataLst>
                <p:tags r:id="rId9"/>
              </p:custDataLst>
            </p:nvPr>
          </p:nvSpPr>
          <p:spPr>
            <a:xfrm>
              <a:off x="7143" y="4246"/>
              <a:ext cx="5633" cy="483"/>
            </a:xfrm>
            <a:prstGeom prst="rect">
              <a:avLst/>
            </a:prstGeom>
            <a:ln>
              <a:noFill/>
            </a:ln>
          </p:spPr>
          <p:style>
            <a:lnRef idx="2">
              <a:schemeClr val="accent6"/>
            </a:lnRef>
            <a:fillRef idx="1">
              <a:schemeClr val="lt1"/>
            </a:fillRef>
            <a:effectRef idx="0">
              <a:schemeClr val="accent6"/>
            </a:effectRef>
            <a:fontRef idx="minor">
              <a:schemeClr val="dk1"/>
            </a:fontRef>
          </p:style>
          <p:txBody>
            <a:bodyPr wrap="square" rtlCol="0" anchor="ctr" anchorCtr="0">
              <a:spAutoFit/>
            </a:bodyPr>
            <a:lstStyle/>
            <a:p>
              <a:pPr defTabSz="685800"/>
              <a:r>
                <a:rPr lang="zh-CN" altLang="en-US" sz="1400" b="1" dirty="0" smtClean="0">
                  <a:ln w="3175" cmpd="sng">
                    <a:solidFill>
                      <a:srgbClr val="5B9BD5">
                        <a:shade val="50000"/>
                      </a:srgbClr>
                    </a:solidFill>
                    <a:prstDash val="solid"/>
                  </a:ln>
                  <a:solidFill>
                    <a:prstClr val="black"/>
                  </a:solidFill>
                  <a:effectLst>
                    <a:reflection stA="0" endPos="0" dir="5400000" sy="-100000" algn="bl" rotWithShape="0"/>
                  </a:effectLst>
                  <a:latin typeface="Calibri" panose="020F0502020204030204" charset="0"/>
                  <a:ea typeface="微软雅黑" panose="020B0503020204020204" pitchFamily="34" charset="-122"/>
                  <a:cs typeface="Calibri" panose="020F0502020204030204" charset="0"/>
                </a:rPr>
                <a:t>Applications and cases</a:t>
              </a:r>
            </a:p>
          </p:txBody>
        </p:sp>
        <p:sp>
          <p:nvSpPr>
            <p:cNvPr id="36" name="文本框 35"/>
            <p:cNvSpPr txBox="1"/>
            <p:nvPr>
              <p:custDataLst>
                <p:tags r:id="rId10"/>
              </p:custDataLst>
            </p:nvPr>
          </p:nvSpPr>
          <p:spPr>
            <a:xfrm>
              <a:off x="6183" y="4201"/>
              <a:ext cx="639" cy="48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nchorCtr="0">
              <a:spAutoFit/>
            </a:bodyPr>
            <a:lstStyle/>
            <a:p>
              <a:pPr defTabSz="685800"/>
              <a:r>
                <a:rPr lang="en-US" altLang="zh-CN" sz="1400" b="1" dirty="0" smtClean="0">
                  <a:ln w="3175" cmpd="sng">
                    <a:solidFill>
                      <a:srgbClr val="5B9BD5">
                        <a:shade val="50000"/>
                      </a:srgbClr>
                    </a:solidFill>
                    <a:prstDash val="solid"/>
                  </a:ln>
                  <a:solidFill>
                    <a:prstClr val="black"/>
                  </a:solidFill>
                  <a:effectLst>
                    <a:reflection stA="0" endPos="0" dir="5400000" sy="-100000" algn="bl" rotWithShape="0"/>
                  </a:effectLst>
                  <a:latin typeface="Calibri" panose="020F0502020204030204" charset="0"/>
                  <a:ea typeface="微软雅黑" panose="020B0503020204020204" pitchFamily="34" charset="-122"/>
                  <a:cs typeface="Calibri" panose="020F0502020204030204" charset="0"/>
                </a:rPr>
                <a:t>05</a:t>
              </a:r>
            </a:p>
          </p:txBody>
        </p:sp>
      </p:grpSp>
      <p:grpSp>
        <p:nvGrpSpPr>
          <p:cNvPr id="40" name="组合 39"/>
          <p:cNvGrpSpPr/>
          <p:nvPr>
            <p:custDataLst>
              <p:tags r:id="rId6"/>
            </p:custDataLst>
          </p:nvPr>
        </p:nvGrpSpPr>
        <p:grpSpPr>
          <a:xfrm>
            <a:off x="4226476" y="3340821"/>
            <a:ext cx="4185285" cy="307975"/>
            <a:chOff x="6177" y="5050"/>
            <a:chExt cx="6591" cy="485"/>
          </a:xfrm>
        </p:grpSpPr>
        <p:sp>
          <p:nvSpPr>
            <p:cNvPr id="41" name="文本框 40"/>
            <p:cNvSpPr txBox="1"/>
            <p:nvPr>
              <p:custDataLst>
                <p:tags r:id="rId7"/>
              </p:custDataLst>
            </p:nvPr>
          </p:nvSpPr>
          <p:spPr>
            <a:xfrm>
              <a:off x="7135" y="5051"/>
              <a:ext cx="5633" cy="483"/>
            </a:xfrm>
            <a:prstGeom prst="rect">
              <a:avLst/>
            </a:prstGeom>
            <a:ln>
              <a:noFill/>
            </a:ln>
          </p:spPr>
          <p:style>
            <a:lnRef idx="2">
              <a:schemeClr val="accent6"/>
            </a:lnRef>
            <a:fillRef idx="1">
              <a:schemeClr val="lt1"/>
            </a:fillRef>
            <a:effectRef idx="0">
              <a:schemeClr val="accent6"/>
            </a:effectRef>
            <a:fontRef idx="minor">
              <a:schemeClr val="dk1"/>
            </a:fontRef>
          </p:style>
          <p:txBody>
            <a:bodyPr wrap="square" rtlCol="0" anchor="ctr" anchorCtr="0">
              <a:spAutoFit/>
            </a:bodyPr>
            <a:lstStyle/>
            <a:p>
              <a:pPr defTabSz="685800"/>
              <a:r>
                <a:rPr lang="zh-CN" altLang="en-US" sz="1400" b="1" dirty="0" smtClean="0">
                  <a:ln w="3175" cmpd="sng">
                    <a:solidFill>
                      <a:srgbClr val="5B9BD5">
                        <a:shade val="50000"/>
                      </a:srgbClr>
                    </a:solidFill>
                    <a:prstDash val="solid"/>
                  </a:ln>
                  <a:solidFill>
                    <a:prstClr val="black"/>
                  </a:solidFill>
                  <a:effectLst>
                    <a:reflection stA="0" endPos="0" dir="5400000" sy="-100000" algn="bl" rotWithShape="0"/>
                  </a:effectLst>
                  <a:latin typeface="Calibri" panose="020F0502020204030204" charset="0"/>
                  <a:ea typeface="微软雅黑" panose="020B0503020204020204" pitchFamily="34" charset="-122"/>
                  <a:cs typeface="Calibri" panose="020F0502020204030204" charset="0"/>
                </a:rPr>
                <a:t>Parts List</a:t>
              </a:r>
            </a:p>
          </p:txBody>
        </p:sp>
        <p:sp>
          <p:nvSpPr>
            <p:cNvPr id="42" name="文本框 41"/>
            <p:cNvSpPr txBox="1"/>
            <p:nvPr>
              <p:custDataLst>
                <p:tags r:id="rId8"/>
              </p:custDataLst>
            </p:nvPr>
          </p:nvSpPr>
          <p:spPr>
            <a:xfrm>
              <a:off x="6177" y="5050"/>
              <a:ext cx="639" cy="48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nchorCtr="0">
              <a:spAutoFit/>
            </a:bodyPr>
            <a:lstStyle/>
            <a:p>
              <a:pPr defTabSz="685800"/>
              <a:r>
                <a:rPr lang="en-US" altLang="zh-CN" sz="1400" b="1" dirty="0" smtClean="0">
                  <a:ln w="3175" cmpd="sng">
                    <a:solidFill>
                      <a:srgbClr val="5B9BD5">
                        <a:shade val="50000"/>
                      </a:srgbClr>
                    </a:solidFill>
                    <a:prstDash val="solid"/>
                  </a:ln>
                  <a:solidFill>
                    <a:prstClr val="black"/>
                  </a:solidFill>
                  <a:effectLst>
                    <a:reflection stA="0" endPos="0" dir="5400000" sy="-100000" algn="bl" rotWithShape="0"/>
                  </a:effectLst>
                  <a:latin typeface="Calibri" panose="020F0502020204030204" charset="0"/>
                  <a:ea typeface="微软雅黑" panose="020B0503020204020204" pitchFamily="34" charset="-122"/>
                  <a:cs typeface="Calibri" panose="020F0502020204030204" charset="0"/>
                </a:rPr>
                <a:t>06</a:t>
              </a:r>
            </a:p>
          </p:txBody>
        </p:sp>
      </p:gr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24"/>
          <p:cNvSpPr/>
          <p:nvPr/>
        </p:nvSpPr>
        <p:spPr>
          <a:xfrm>
            <a:off x="1043940" y="127635"/>
            <a:ext cx="3872865" cy="290195"/>
          </a:xfrm>
          <a:prstGeom prst="rect">
            <a:avLst/>
          </a:prstGeom>
        </p:spPr>
        <p:txBody>
          <a:bodyPr vert="horz" wrap="square" lIns="0" tIns="0" rIns="0" bIns="0"/>
          <a:lstStyle/>
          <a:p>
            <a:pPr algn="l" rtl="0" eaLnBrk="0">
              <a:lnSpc>
                <a:spcPct val="75000"/>
              </a:lnSpc>
            </a:pPr>
            <a:endParaRPr lang="x-none" altLang="x-none" sz="100" dirty="0"/>
          </a:p>
          <a:p>
            <a:pPr marL="12700" algn="l" rtl="0" eaLnBrk="0">
              <a:lnSpc>
                <a:spcPct val="97000"/>
              </a:lnSpc>
            </a:pPr>
            <a:r>
              <a:rPr sz="1600">
                <a:solidFill>
                  <a:srgbClr val="0263B2">
                    <a:alpha val="100000"/>
                  </a:srgbClr>
                </a:solidFill>
                <a:latin typeface="Calibri" panose="020F0502020204030204" charset="0"/>
                <a:ea typeface="微软雅黑" panose="020B0503020204020204" pitchFamily="34" charset="-122"/>
                <a:cs typeface="Calibri" panose="020F0502020204030204" charset="0"/>
              </a:rPr>
              <a:t>Equipment Introduction-Equipment Features</a:t>
            </a:r>
          </a:p>
        </p:txBody>
      </p:sp>
      <p:sp>
        <p:nvSpPr>
          <p:cNvPr id="7" name="textbox 28"/>
          <p:cNvSpPr/>
          <p:nvPr/>
        </p:nvSpPr>
        <p:spPr>
          <a:xfrm>
            <a:off x="0" y="0"/>
            <a:ext cx="1043939" cy="532128"/>
          </a:xfrm>
          <a:prstGeom prst="rect">
            <a:avLst/>
          </a:prstGeom>
          <a:solidFill>
            <a:srgbClr val="0263B2"/>
          </a:solidFill>
        </p:spPr>
        <p:txBody>
          <a:bodyPr vert="horz" wrap="square" lIns="0" tIns="0" rIns="0" bIns="0"/>
          <a:lstStyle/>
          <a:p>
            <a:pPr algn="l" rtl="0" eaLnBrk="0">
              <a:lnSpc>
                <a:spcPct val="107000"/>
              </a:lnSpc>
            </a:pPr>
            <a:endParaRPr lang="x-none" altLang="x-none" sz="900" dirty="0"/>
          </a:p>
          <a:p>
            <a:pPr marL="363855" algn="l" rtl="0" eaLnBrk="0">
              <a:lnSpc>
                <a:spcPct val="84000"/>
              </a:lnSpc>
              <a:spcBef>
                <a:spcPts val="5"/>
              </a:spcBef>
            </a:pPr>
            <a:r>
              <a:rPr sz="1800" spc="3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0</a:t>
            </a:r>
            <a:r>
              <a:rPr sz="1800" spc="1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1</a:t>
            </a:r>
            <a:endParaRPr lang="x-none" altLang="x-none" sz="1800" dirty="0"/>
          </a:p>
        </p:txBody>
      </p:sp>
      <p:sp>
        <p:nvSpPr>
          <p:cNvPr id="8" name="textbox 17"/>
          <p:cNvSpPr/>
          <p:nvPr/>
        </p:nvSpPr>
        <p:spPr>
          <a:xfrm>
            <a:off x="0" y="2516123"/>
            <a:ext cx="9144000" cy="2397760"/>
          </a:xfrm>
          <a:prstGeom prst="rect">
            <a:avLst/>
          </a:prstGeom>
          <a:solidFill>
            <a:srgbClr val="0263B2"/>
          </a:solidFill>
        </p:spPr>
        <p:txBody>
          <a:bodyPr vert="horz" wrap="square" lIns="0" tIns="0" rIns="0" bIns="0"/>
          <a:lstStyle/>
          <a:p>
            <a:pPr algn="l" rtl="0" eaLnBrk="0">
              <a:lnSpc>
                <a:spcPct val="122000"/>
              </a:lnSpc>
            </a:pPr>
            <a:endParaRPr lang="x-none" altLang="x-none" sz="1000" dirty="0">
              <a:latin typeface="Calibri" panose="020F0502020204030204" charset="0"/>
              <a:cs typeface="Calibri" panose="020F0502020204030204" charset="0"/>
            </a:endParaRPr>
          </a:p>
          <a:p>
            <a:pPr algn="l" rtl="0" eaLnBrk="0">
              <a:lnSpc>
                <a:spcPct val="122000"/>
              </a:lnSpc>
            </a:pPr>
            <a:endParaRPr lang="x-none" altLang="x-none" sz="1000" dirty="0">
              <a:latin typeface="Calibri" panose="020F0502020204030204" charset="0"/>
              <a:cs typeface="Calibri" panose="020F0502020204030204" charset="0"/>
            </a:endParaRPr>
          </a:p>
          <a:p>
            <a:pPr algn="l" rtl="0" eaLnBrk="0">
              <a:lnSpc>
                <a:spcPct val="9000"/>
              </a:lnSpc>
            </a:pPr>
            <a:endParaRPr lang="x-none" altLang="x-none" sz="100" dirty="0">
              <a:latin typeface="Calibri" panose="020F0502020204030204" charset="0"/>
              <a:cs typeface="Calibri" panose="020F0502020204030204" charset="0"/>
            </a:endParaRPr>
          </a:p>
          <a:p>
            <a:pPr marL="1226820" algn="l" rtl="0" eaLnBrk="0">
              <a:lnSpc>
                <a:spcPct val="97000"/>
              </a:lnSpc>
            </a:pPr>
            <a:r>
              <a:rPr sz="1400" dirty="0" err="1" smtClean="0">
                <a:solidFill>
                  <a:srgbClr val="FFFFFF">
                    <a:alpha val="100000"/>
                  </a:srgbClr>
                </a:solidFill>
                <a:latin typeface="Calibri" panose="020F0502020204030204" charset="0"/>
                <a:ea typeface="微软雅黑" panose="020B0503020204020204" pitchFamily="34" charset="-122"/>
                <a:cs typeface="Calibri" panose="020F0502020204030204" charset="0"/>
              </a:rPr>
              <a:t>Features</a:t>
            </a:r>
          </a:p>
          <a:p>
            <a:pPr marL="1226820" algn="l" rtl="0" eaLnBrk="0">
              <a:lnSpc>
                <a:spcPct val="97000"/>
              </a:lnSpc>
            </a:pPr>
            <a:r>
              <a:rPr lang="zh-CN" altLang="en-US" sz="1100" spc="-50" dirty="0" smtClean="0">
                <a:solidFill>
                  <a:srgbClr val="FFFFFF">
                    <a:alpha val="100000"/>
                  </a:srgbClr>
                </a:solidFill>
                <a:latin typeface="Calibri" panose="020F0502020204030204" charset="0"/>
                <a:ea typeface="微软雅黑" panose="020B0503020204020204" pitchFamily="34" charset="-122"/>
                <a:cs typeface="Calibri" panose="020F0502020204030204" charset="0"/>
              </a:rPr>
              <a:t>☛""Green cleaning"" is environmentally friendly and does not require the use of any chemicals.</a:t>
            </a:r>
          </a:p>
          <a:p>
            <a:pPr marL="1233170" eaLnBrk="0">
              <a:lnSpc>
                <a:spcPct val="97000"/>
              </a:lnSpc>
              <a:spcBef>
                <a:spcPts val="720"/>
              </a:spcBef>
              <a:tabLst>
                <a:tab pos="1314450" algn="l"/>
              </a:tabLst>
            </a:pPr>
            <a:r>
              <a:rPr lang="zh-CN" altLang="en-US" sz="1100" spc="-50" dirty="0">
                <a:solidFill>
                  <a:srgbClr val="FFFFFF">
                    <a:alpha val="100000"/>
                  </a:srgbClr>
                </a:solidFill>
                <a:latin typeface="Calibri" panose="020F0502020204030204" charset="0"/>
                <a:ea typeface="微软雅黑" panose="020B0503020204020204" pitchFamily="34" charset="-122"/>
                <a:cs typeface="Calibri" panose="020F0502020204030204" charset="0"/>
              </a:rPr>
              <a:t>☛ </a:t>
            </a:r>
            <a:r>
              <a:rPr sz="1100" dirty="0" smtClean="0">
                <a:solidFill>
                  <a:srgbClr val="FFFFFF">
                    <a:alpha val="100000"/>
                  </a:srgbClr>
                </a:solidFill>
                <a:latin typeface="Calibri" panose="020F0502020204030204" charset="0"/>
                <a:ea typeface="微软雅黑" panose="020B0503020204020204" pitchFamily="34" charset="-122"/>
                <a:cs typeface="Calibri" panose="020F0502020204030204" charset="0"/>
              </a:rPr>
              <a:t>High cleaning degree, uniform cleaning, high cleaning efficiency, low labor intensity and low labor cost.</a:t>
            </a:r>
          </a:p>
          <a:p>
            <a:pPr marL="1233170" eaLnBrk="0">
              <a:lnSpc>
                <a:spcPct val="132000"/>
              </a:lnSpc>
              <a:spcBef>
                <a:spcPts val="715"/>
              </a:spcBef>
              <a:tabLst>
                <a:tab pos="1314450" algn="l"/>
              </a:tabLst>
            </a:pPr>
            <a:r>
              <a:rPr lang="zh-CN" altLang="en-US" sz="1100" spc="-50" dirty="0" smtClean="0">
                <a:solidFill>
                  <a:srgbClr val="FFFFFF">
                    <a:alpha val="100000"/>
                  </a:srgbClr>
                </a:solidFill>
                <a:latin typeface="Calibri" panose="020F0502020204030204" charset="0"/>
                <a:ea typeface="微软雅黑" panose="020B0503020204020204" pitchFamily="34" charset="-122"/>
                <a:cs typeface="Calibri" panose="020F0502020204030204" charset="0"/>
              </a:rPr>
              <a:t>☛</a:t>
            </a:r>
            <a:r>
              <a:rPr lang="zh-CN" altLang="en-US" sz="1100" spc="-40" dirty="0" smtClean="0">
                <a:solidFill>
                  <a:srgbClr val="FFFFFF">
                    <a:alpha val="100000"/>
                  </a:srgbClr>
                </a:solidFill>
                <a:latin typeface="Calibri" panose="020F0502020204030204" charset="0"/>
                <a:ea typeface="微软雅黑" panose="020B0503020204020204" pitchFamily="34" charset="-122"/>
                <a:cs typeface="Calibri" panose="020F0502020204030204" charset="0"/>
              </a:rPr>
              <a:t>No grinding, no contact, no damage to the substrate or workpiece, suitable for cleaning objects of various materials.</a:t>
            </a:r>
          </a:p>
          <a:p>
            <a:pPr marL="1233170" eaLnBrk="0">
              <a:lnSpc>
                <a:spcPct val="132000"/>
              </a:lnSpc>
              <a:spcBef>
                <a:spcPts val="715"/>
              </a:spcBef>
              <a:tabLst>
                <a:tab pos="1314450" algn="l"/>
              </a:tabLst>
            </a:pPr>
            <a:r>
              <a:rPr lang="zh-CN" altLang="en-US" sz="1100" spc="-50" dirty="0" smtClean="0">
                <a:solidFill>
                  <a:srgbClr val="FFFFFF">
                    <a:alpha val="100000"/>
                  </a:srgbClr>
                </a:solidFill>
                <a:latin typeface="Calibri" panose="020F0502020204030204" charset="0"/>
                <a:ea typeface="微软雅黑" panose="020B0503020204020204" pitchFamily="34" charset="-122"/>
                <a:cs typeface="Calibri" panose="020F0502020204030204" charset="0"/>
              </a:rPr>
              <a:t>☛</a:t>
            </a:r>
            <a:r>
              <a:rPr lang="zh-CN" altLang="en-US" sz="1100" spc="-40" dirty="0" smtClean="0">
                <a:solidFill>
                  <a:srgbClr val="FFFFFF">
                    <a:alpha val="100000"/>
                  </a:srgbClr>
                </a:solidFill>
                <a:latin typeface="Calibri" panose="020F0502020204030204" charset="0"/>
                <a:ea typeface="微软雅黑" panose="020B0503020204020204" pitchFamily="34" charset="-122"/>
                <a:cs typeface="Calibri" panose="020F0502020204030204" charset="0"/>
              </a:rPr>
              <a:t>The operation is simple and requires no professional skills. You can start working directly after simple training.</a:t>
            </a:r>
          </a:p>
          <a:p>
            <a:pPr marL="1233170" eaLnBrk="0">
              <a:lnSpc>
                <a:spcPct val="132000"/>
              </a:lnSpc>
              <a:spcBef>
                <a:spcPts val="715"/>
              </a:spcBef>
              <a:tabLst>
                <a:tab pos="1314450" algn="l"/>
              </a:tabLst>
            </a:pPr>
            <a:r>
              <a:rPr lang="zh-CN" altLang="en-US" sz="1100" spc="-50" dirty="0" smtClean="0">
                <a:solidFill>
                  <a:srgbClr val="FFFFFF">
                    <a:alpha val="100000"/>
                  </a:srgbClr>
                </a:solidFill>
                <a:latin typeface="Calibri" panose="020F0502020204030204" charset="0"/>
                <a:ea typeface="微软雅黑" panose="020B0503020204020204" pitchFamily="34" charset="-122"/>
                <a:cs typeface="Calibri" panose="020F0502020204030204" charset="0"/>
              </a:rPr>
              <a:t>☛</a:t>
            </a:r>
            <a:r>
              <a:rPr sz="1100">
                <a:solidFill>
                  <a:srgbClr val="FFFFFF">
                    <a:alpha val="100000"/>
                  </a:srgbClr>
                </a:solidFill>
                <a:latin typeface="Calibri" panose="020F0502020204030204" charset="0"/>
                <a:ea typeface="微软雅黑" panose="020B0503020204020204" pitchFamily="34" charset="-122"/>
                <a:cs typeface="Calibri" panose="020F0502020204030204" charset="0"/>
              </a:rPr>
              <a:t>It can be configured with robots, positioners, rotating axes, etc. to achieve automatic cleaning.</a:t>
            </a:r>
          </a:p>
        </p:txBody>
      </p:sp>
      <p:pic>
        <p:nvPicPr>
          <p:cNvPr id="3" name="图片 2"/>
          <p:cNvPicPr>
            <a:picLocks noChangeAspect="1"/>
          </p:cNvPicPr>
          <p:nvPr/>
        </p:nvPicPr>
        <p:blipFill rotWithShape="1">
          <a:blip r:embed="rId3" cstate="print">
            <a:extLst>
              <a:ext uri="{28A0092B-C50C-407E-A947-70E740481C1C}">
                <a14:useLocalDpi xmlns:a14="http://schemas.microsoft.com/office/drawing/2010/main" val="0"/>
              </a:ext>
            </a:extLst>
          </a:blip>
          <a:srcRect l="28851" t="16039" r="28045" b="14935"/>
          <a:stretch>
            <a:fillRect/>
          </a:stretch>
        </p:blipFill>
        <p:spPr>
          <a:xfrm>
            <a:off x="3159409" y="532128"/>
            <a:ext cx="2825181" cy="2544922"/>
          </a:xfrm>
          <a:prstGeom prst="rect">
            <a:avLst/>
          </a:prstGeom>
          <a:effectLst>
            <a:outerShdw blurRad="215900" dist="50800" dir="5400000" algn="ctr" rotWithShape="0">
              <a:srgbClr val="000000">
                <a:alpha val="94000"/>
              </a:srgbClr>
            </a:outerShdw>
          </a:effectLst>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28"/>
          <p:cNvSpPr/>
          <p:nvPr/>
        </p:nvSpPr>
        <p:spPr>
          <a:xfrm>
            <a:off x="0" y="0"/>
            <a:ext cx="1043939" cy="532128"/>
          </a:xfrm>
          <a:prstGeom prst="rect">
            <a:avLst/>
          </a:prstGeom>
          <a:solidFill>
            <a:srgbClr val="0263B2"/>
          </a:solidFill>
        </p:spPr>
        <p:txBody>
          <a:bodyPr vert="horz" wrap="square" lIns="0" tIns="0" rIns="0" bIns="0"/>
          <a:lstStyle/>
          <a:p>
            <a:pPr algn="l" rtl="0" eaLnBrk="0">
              <a:lnSpc>
                <a:spcPct val="107000"/>
              </a:lnSpc>
            </a:pPr>
            <a:endParaRPr lang="x-none" altLang="x-none" sz="900" dirty="0"/>
          </a:p>
          <a:p>
            <a:pPr marL="363855" algn="l" rtl="0" eaLnBrk="0">
              <a:lnSpc>
                <a:spcPct val="84000"/>
              </a:lnSpc>
              <a:spcBef>
                <a:spcPts val="5"/>
              </a:spcBef>
            </a:pPr>
            <a:r>
              <a:rPr sz="1800" spc="3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0</a:t>
            </a:r>
            <a:r>
              <a:rPr sz="1800" spc="1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1</a:t>
            </a:r>
            <a:endParaRPr lang="x-none" altLang="x-none" sz="1800" dirty="0"/>
          </a:p>
        </p:txBody>
      </p:sp>
      <p:sp>
        <p:nvSpPr>
          <p:cNvPr id="9" name="textbox 51"/>
          <p:cNvSpPr/>
          <p:nvPr/>
        </p:nvSpPr>
        <p:spPr>
          <a:xfrm>
            <a:off x="1143000" y="124460"/>
            <a:ext cx="3622040" cy="290830"/>
          </a:xfrm>
          <a:prstGeom prst="rect">
            <a:avLst/>
          </a:prstGeom>
        </p:spPr>
        <p:txBody>
          <a:bodyPr vert="horz" wrap="square" lIns="0" tIns="0" rIns="0" bIns="0"/>
          <a:lstStyle/>
          <a:p>
            <a:pPr algn="l" rtl="0" eaLnBrk="0">
              <a:lnSpc>
                <a:spcPct val="77000"/>
              </a:lnSpc>
            </a:pPr>
            <a:endParaRPr lang="x-none" altLang="x-none" sz="100" dirty="0"/>
          </a:p>
          <a:p>
            <a:pPr marL="12700" algn="l" rtl="0" eaLnBrk="0">
              <a:lnSpc>
                <a:spcPct val="97000"/>
              </a:lnSpc>
            </a:pPr>
            <a:r>
              <a:rPr sz="1400" dirty="0">
                <a:solidFill>
                  <a:srgbClr val="0263B2">
                    <a:alpha val="100000"/>
                  </a:srgbClr>
                </a:solidFill>
                <a:latin typeface="Calibri" panose="020F0502020204030204" charset="0"/>
                <a:ea typeface="微软雅黑" panose="020B0503020204020204" pitchFamily="34" charset="-122"/>
                <a:cs typeface="Calibri" panose="020F0502020204030204" charset="0"/>
              </a:rPr>
              <a:t>Equipment Introduction-Equipment Specifications</a:t>
            </a:r>
          </a:p>
        </p:txBody>
      </p:sp>
      <p:sp>
        <p:nvSpPr>
          <p:cNvPr id="11" name="textbox 30"/>
          <p:cNvSpPr/>
          <p:nvPr/>
        </p:nvSpPr>
        <p:spPr>
          <a:xfrm>
            <a:off x="3951605" y="575945"/>
            <a:ext cx="5192395" cy="4566920"/>
          </a:xfrm>
          <a:prstGeom prst="rect">
            <a:avLst/>
          </a:prstGeom>
          <a:solidFill>
            <a:srgbClr val="0263B2"/>
          </a:solidFill>
        </p:spPr>
        <p:txBody>
          <a:bodyPr vert="horz" wrap="square" lIns="0" tIns="0" rIns="0" bIns="0"/>
          <a:lstStyle/>
          <a:p>
            <a:pPr marL="360045">
              <a:lnSpc>
                <a:spcPct val="150000"/>
              </a:lnSpc>
            </a:pPr>
            <a:r>
              <a:rPr lang="zh-CN" altLang="zh-CN" sz="1000" dirty="0" smtClean="0">
                <a:solidFill>
                  <a:schemeClr val="bg1"/>
                </a:solidFill>
                <a:latin typeface="Calibri" panose="020F0502020204030204" charset="0"/>
                <a:ea typeface="幼圆" panose="02010509060101010101" pitchFamily="49" charset="-122"/>
                <a:cs typeface="Calibri" panose="020F0502020204030204" charset="0"/>
              </a:rPr>
              <a:t>Overall dimensions：</a:t>
            </a:r>
            <a:r>
              <a:rPr lang="en-US" altLang="zh-CN" sz="1000" dirty="0">
                <a:solidFill>
                  <a:schemeClr val="bg1"/>
                </a:solidFill>
                <a:latin typeface="Calibri" panose="020F0502020204030204" charset="0"/>
                <a:ea typeface="幼圆" panose="02010509060101010101" pitchFamily="49" charset="-122"/>
                <a:cs typeface="Calibri" panose="020F0502020204030204" charset="0"/>
              </a:rPr>
              <a:t>1500W</a:t>
            </a:r>
            <a:r>
              <a:rPr lang="zh-CN" altLang="zh-CN" sz="1000" dirty="0">
                <a:solidFill>
                  <a:schemeClr val="bg1"/>
                </a:solidFill>
                <a:latin typeface="Calibri" panose="020F0502020204030204" charset="0"/>
                <a:ea typeface="幼圆" panose="02010509060101010101" pitchFamily="49" charset="-122"/>
                <a:cs typeface="Calibri" panose="020F0502020204030204" charset="0"/>
              </a:rPr>
              <a:t>：</a:t>
            </a:r>
            <a:r>
              <a:rPr lang="en-US" altLang="zh-CN" sz="1000" dirty="0">
                <a:solidFill>
                  <a:schemeClr val="bg1"/>
                </a:solidFill>
                <a:latin typeface="Calibri" panose="020F0502020204030204" charset="0"/>
                <a:ea typeface="幼圆" panose="02010509060101010101" pitchFamily="49" charset="-122"/>
                <a:cs typeface="Calibri" panose="020F0502020204030204" charset="0"/>
              </a:rPr>
              <a:t>1080*580*780</a:t>
            </a:r>
          </a:p>
          <a:p>
            <a:pPr marL="360045">
              <a:lnSpc>
                <a:spcPct val="150000"/>
              </a:lnSpc>
            </a:pPr>
            <a:r>
              <a:rPr lang="en-US" altLang="zh-CN" sz="1000" dirty="0">
                <a:solidFill>
                  <a:schemeClr val="bg1"/>
                </a:solidFill>
                <a:latin typeface="Calibri" panose="020F0502020204030204" charset="0"/>
                <a:ea typeface="幼圆" panose="02010509060101010101" pitchFamily="49" charset="-122"/>
                <a:cs typeface="Calibri" panose="020F0502020204030204" charset="0"/>
              </a:rPr>
              <a:t>                                       2000W</a:t>
            </a:r>
            <a:r>
              <a:rPr lang="zh-CN" altLang="zh-CN" sz="1000" dirty="0">
                <a:solidFill>
                  <a:schemeClr val="bg1"/>
                </a:solidFill>
                <a:latin typeface="Calibri" panose="020F0502020204030204" charset="0"/>
                <a:ea typeface="幼圆" panose="02010509060101010101" pitchFamily="49" charset="-122"/>
                <a:cs typeface="Calibri" panose="020F0502020204030204" charset="0"/>
              </a:rPr>
              <a:t>：</a:t>
            </a:r>
            <a:r>
              <a:rPr lang="en-US" altLang="zh-CN" sz="1000" dirty="0">
                <a:solidFill>
                  <a:schemeClr val="bg1"/>
                </a:solidFill>
                <a:latin typeface="Calibri" panose="020F0502020204030204" charset="0"/>
                <a:ea typeface="幼圆" panose="02010509060101010101" pitchFamily="49" charset="-122"/>
                <a:cs typeface="Calibri" panose="020F0502020204030204" charset="0"/>
              </a:rPr>
              <a:t>1080*580*780</a:t>
            </a:r>
          </a:p>
          <a:p>
            <a:pPr marL="360045">
              <a:lnSpc>
                <a:spcPct val="150000"/>
              </a:lnSpc>
            </a:pPr>
            <a:r>
              <a:rPr lang="en-US" altLang="zh-CN" sz="1000" dirty="0">
                <a:solidFill>
                  <a:schemeClr val="bg1"/>
                </a:solidFill>
                <a:latin typeface="Calibri" panose="020F0502020204030204" charset="0"/>
                <a:ea typeface="幼圆" panose="02010509060101010101" pitchFamily="49" charset="-122"/>
                <a:cs typeface="Calibri" panose="020F0502020204030204" charset="0"/>
              </a:rPr>
              <a:t>                                       3000W</a:t>
            </a:r>
            <a:r>
              <a:rPr lang="zh-CN" altLang="zh-CN" sz="1000" dirty="0">
                <a:solidFill>
                  <a:schemeClr val="bg1"/>
                </a:solidFill>
                <a:latin typeface="Calibri" panose="020F0502020204030204" charset="0"/>
                <a:ea typeface="幼圆" panose="02010509060101010101" pitchFamily="49" charset="-122"/>
                <a:cs typeface="Calibri" panose="020F0502020204030204" charset="0"/>
              </a:rPr>
              <a:t>：</a:t>
            </a:r>
            <a:r>
              <a:rPr lang="en-US" altLang="zh-CN" sz="1000" dirty="0">
                <a:solidFill>
                  <a:schemeClr val="bg1"/>
                </a:solidFill>
                <a:latin typeface="Calibri" panose="020F0502020204030204" charset="0"/>
                <a:ea typeface="幼圆" panose="02010509060101010101" pitchFamily="49" charset="-122"/>
                <a:cs typeface="Calibri" panose="020F0502020204030204" charset="0"/>
              </a:rPr>
              <a:t>1100*580*900</a:t>
            </a:r>
          </a:p>
          <a:p>
            <a:pPr marL="360045">
              <a:lnSpc>
                <a:spcPct val="150000"/>
              </a:lnSpc>
            </a:pPr>
            <a:r>
              <a:rPr lang="zh-CN" altLang="zh-CN" sz="1000" dirty="0">
                <a:solidFill>
                  <a:schemeClr val="bg1"/>
                </a:solidFill>
                <a:latin typeface="Calibri" panose="020F0502020204030204" charset="0"/>
                <a:ea typeface="幼圆" panose="02010509060101010101" pitchFamily="49" charset="-122"/>
                <a:cs typeface="Calibri" panose="020F0502020204030204" charset="0"/>
              </a:rPr>
              <a:t>Laser power</a:t>
            </a:r>
            <a:r>
              <a:rPr lang="zh-CN" altLang="zh-CN" sz="1000" dirty="0" smtClean="0">
                <a:solidFill>
                  <a:schemeClr val="bg1"/>
                </a:solidFill>
                <a:latin typeface="Calibri" panose="020F0502020204030204" charset="0"/>
                <a:ea typeface="幼圆" panose="02010509060101010101" pitchFamily="49" charset="-122"/>
                <a:cs typeface="Calibri" panose="020F0502020204030204" charset="0"/>
              </a:rPr>
              <a:t>：</a:t>
            </a:r>
            <a:r>
              <a:rPr lang="en-US" altLang="zh-CN" sz="1000" dirty="0" smtClean="0">
                <a:solidFill>
                  <a:schemeClr val="bg1"/>
                </a:solidFill>
                <a:latin typeface="Calibri" panose="020F0502020204030204" charset="0"/>
                <a:ea typeface="幼圆" panose="02010509060101010101" pitchFamily="49" charset="-122"/>
                <a:cs typeface="Calibri" panose="020F0502020204030204" charset="0"/>
              </a:rPr>
              <a:t>1500W</a:t>
            </a:r>
            <a:r>
              <a:rPr lang="zh-CN" altLang="zh-CN" sz="1000" dirty="0" smtClean="0">
                <a:solidFill>
                  <a:schemeClr val="bg1"/>
                </a:solidFill>
                <a:latin typeface="Calibri" panose="020F0502020204030204" charset="0"/>
                <a:ea typeface="幼圆" panose="02010509060101010101" pitchFamily="49" charset="-122"/>
                <a:cs typeface="Calibri" panose="020F0502020204030204" charset="0"/>
              </a:rPr>
              <a:t>、</a:t>
            </a:r>
            <a:r>
              <a:rPr lang="en-US" altLang="zh-CN" sz="1000" dirty="0">
                <a:solidFill>
                  <a:schemeClr val="bg1"/>
                </a:solidFill>
                <a:latin typeface="Calibri" panose="020F0502020204030204" charset="0"/>
                <a:ea typeface="幼圆" panose="02010509060101010101" pitchFamily="49" charset="-122"/>
                <a:cs typeface="Calibri" panose="020F0502020204030204" charset="0"/>
              </a:rPr>
              <a:t>2000W</a:t>
            </a:r>
            <a:r>
              <a:rPr lang="zh-CN" altLang="zh-CN" sz="1000" dirty="0">
                <a:solidFill>
                  <a:schemeClr val="bg1"/>
                </a:solidFill>
                <a:latin typeface="Calibri" panose="020F0502020204030204" charset="0"/>
                <a:ea typeface="幼圆" panose="02010509060101010101" pitchFamily="49" charset="-122"/>
                <a:cs typeface="Calibri" panose="020F0502020204030204" charset="0"/>
              </a:rPr>
              <a:t>、</a:t>
            </a:r>
            <a:r>
              <a:rPr lang="en-US" altLang="zh-CN" sz="1000" dirty="0" smtClean="0">
                <a:solidFill>
                  <a:schemeClr val="bg1"/>
                </a:solidFill>
                <a:latin typeface="Calibri" panose="020F0502020204030204" charset="0"/>
                <a:ea typeface="幼圆" panose="02010509060101010101" pitchFamily="49" charset="-122"/>
                <a:cs typeface="Calibri" panose="020F0502020204030204" charset="0"/>
              </a:rPr>
              <a:t>3000W</a:t>
            </a:r>
          </a:p>
          <a:p>
            <a:pPr marL="360045">
              <a:lnSpc>
                <a:spcPct val="150000"/>
              </a:lnSpc>
            </a:pPr>
            <a:r>
              <a:rPr lang="zh-CN" altLang="zh-CN" sz="1000" dirty="0">
                <a:solidFill>
                  <a:schemeClr val="bg1"/>
                </a:solidFill>
                <a:latin typeface="Calibri" panose="020F0502020204030204" charset="0"/>
                <a:ea typeface="幼圆" panose="02010509060101010101" pitchFamily="49" charset="-122"/>
                <a:cs typeface="Calibri" panose="020F0502020204030204" charset="0"/>
              </a:rPr>
              <a:t>Machine power consumption</a:t>
            </a:r>
            <a:r>
              <a:rPr lang="zh-CN" altLang="zh-CN" sz="1000" dirty="0" smtClean="0">
                <a:solidFill>
                  <a:schemeClr val="bg1"/>
                </a:solidFill>
                <a:latin typeface="Calibri" panose="020F0502020204030204" charset="0"/>
                <a:ea typeface="幼圆" panose="02010509060101010101" pitchFamily="49" charset="-122"/>
                <a:cs typeface="Calibri" panose="020F0502020204030204" charset="0"/>
              </a:rPr>
              <a:t>：</a:t>
            </a:r>
            <a:r>
              <a:rPr lang="en-US" altLang="zh-CN" sz="1000" dirty="0">
                <a:solidFill>
                  <a:schemeClr val="bg1"/>
                </a:solidFill>
                <a:latin typeface="Calibri" panose="020F0502020204030204" charset="0"/>
                <a:ea typeface="幼圆" panose="02010509060101010101" pitchFamily="49" charset="-122"/>
                <a:cs typeface="Calibri" panose="020F0502020204030204" charset="0"/>
              </a:rPr>
              <a:t>8.5KW 11KW  </a:t>
            </a:r>
            <a:r>
              <a:rPr lang="en-US" altLang="zh-CN" sz="1000" dirty="0" smtClean="0">
                <a:solidFill>
                  <a:schemeClr val="bg1"/>
                </a:solidFill>
                <a:latin typeface="Calibri" panose="020F0502020204030204" charset="0"/>
                <a:ea typeface="幼圆" panose="02010509060101010101" pitchFamily="49" charset="-122"/>
                <a:cs typeface="Calibri" panose="020F0502020204030204" charset="0"/>
              </a:rPr>
              <a:t>16.5KW</a:t>
            </a:r>
            <a:endParaRPr lang="zh-CN" altLang="zh-CN" sz="1000" dirty="0">
              <a:solidFill>
                <a:schemeClr val="bg1"/>
              </a:solidFill>
              <a:latin typeface="Calibri" panose="020F0502020204030204" charset="0"/>
              <a:ea typeface="幼圆" panose="02010509060101010101" pitchFamily="49" charset="-122"/>
              <a:cs typeface="Calibri" panose="020F0502020204030204" charset="0"/>
            </a:endParaRPr>
          </a:p>
          <a:p>
            <a:pPr marL="360045">
              <a:lnSpc>
                <a:spcPct val="150000"/>
              </a:lnSpc>
            </a:pPr>
            <a:r>
              <a:rPr lang="zh-CN" altLang="zh-CN" sz="1000" dirty="0">
                <a:solidFill>
                  <a:schemeClr val="bg1"/>
                </a:solidFill>
                <a:latin typeface="Calibri" panose="020F0502020204030204" charset="0"/>
                <a:ea typeface="幼圆" panose="02010509060101010101" pitchFamily="49" charset="-122"/>
                <a:cs typeface="Calibri" panose="020F0502020204030204" charset="0"/>
              </a:rPr>
              <a:t>equipment weight</a:t>
            </a:r>
            <a:r>
              <a:rPr lang="zh-CN" altLang="zh-CN" sz="1000" dirty="0" smtClean="0">
                <a:solidFill>
                  <a:schemeClr val="bg1"/>
                </a:solidFill>
                <a:latin typeface="Calibri" panose="020F0502020204030204" charset="0"/>
                <a:ea typeface="幼圆" panose="02010509060101010101" pitchFamily="49" charset="-122"/>
                <a:cs typeface="Calibri" panose="020F0502020204030204" charset="0"/>
              </a:rPr>
              <a:t>：</a:t>
            </a:r>
            <a:r>
              <a:rPr lang="en-US" altLang="zh-CN" sz="1000" dirty="0">
                <a:solidFill>
                  <a:schemeClr val="bg1"/>
                </a:solidFill>
                <a:latin typeface="Calibri" panose="020F0502020204030204" charset="0"/>
                <a:ea typeface="幼圆" panose="02010509060101010101" pitchFamily="49" charset="-122"/>
                <a:cs typeface="Calibri" panose="020F0502020204030204" charset="0"/>
              </a:rPr>
              <a:t>102KG  111KG  145KG</a:t>
            </a:r>
            <a:endParaRPr lang="zh-CN" altLang="zh-CN" sz="1000" dirty="0">
              <a:solidFill>
                <a:schemeClr val="bg1"/>
              </a:solidFill>
              <a:latin typeface="Calibri" panose="020F0502020204030204" charset="0"/>
              <a:ea typeface="幼圆" panose="02010509060101010101" pitchFamily="49" charset="-122"/>
              <a:cs typeface="Calibri" panose="020F0502020204030204" charset="0"/>
            </a:endParaRPr>
          </a:p>
          <a:p>
            <a:pPr marL="360045">
              <a:lnSpc>
                <a:spcPct val="150000"/>
              </a:lnSpc>
            </a:pPr>
            <a:r>
              <a:rPr lang="zh-CN" altLang="zh-CN" sz="1000" dirty="0">
                <a:solidFill>
                  <a:schemeClr val="bg1"/>
                </a:solidFill>
                <a:latin typeface="Calibri" panose="020F0502020204030204" charset="0"/>
                <a:ea typeface="幼圆" panose="02010509060101010101" pitchFamily="49" charset="-122"/>
                <a:cs typeface="Calibri" panose="020F0502020204030204" charset="0"/>
              </a:rPr>
              <a:t>Input voltage：</a:t>
            </a:r>
            <a:r>
              <a:rPr lang="en-US" altLang="zh-CN" sz="1000" dirty="0">
                <a:solidFill>
                  <a:schemeClr val="bg1"/>
                </a:solidFill>
                <a:latin typeface="Calibri" panose="020F0502020204030204" charset="0"/>
                <a:ea typeface="幼圆" panose="02010509060101010101" pitchFamily="49" charset="-122"/>
                <a:cs typeface="Calibri" panose="020F0502020204030204" charset="0"/>
              </a:rPr>
              <a:t>AC220V,50Hz</a:t>
            </a:r>
            <a:r>
              <a:rPr lang="zh-CN" altLang="zh-CN" sz="1000" dirty="0">
                <a:solidFill>
                  <a:schemeClr val="bg1"/>
                </a:solidFill>
                <a:latin typeface="Calibri" panose="020F0502020204030204" charset="0"/>
                <a:ea typeface="幼圆" panose="02010509060101010101" pitchFamily="49" charset="-122"/>
                <a:cs typeface="Calibri" panose="020F0502020204030204" charset="0"/>
              </a:rPr>
              <a:t>（</a:t>
            </a:r>
            <a:r>
              <a:rPr altLang="zh-CN" sz="1000" dirty="0">
                <a:solidFill>
                  <a:schemeClr val="bg1"/>
                </a:solidFill>
                <a:latin typeface="Calibri" panose="020F0502020204030204" charset="0"/>
                <a:ea typeface="幼圆" panose="02010509060101010101" pitchFamily="49" charset="-122"/>
                <a:cs typeface="Calibri" panose="020F0502020204030204" charset="0"/>
              </a:rPr>
              <a:t>3KW laser with 380V voltage</a:t>
            </a:r>
            <a:r>
              <a:rPr lang="zh-CN" altLang="zh-CN" sz="1000" dirty="0">
                <a:solidFill>
                  <a:schemeClr val="bg1"/>
                </a:solidFill>
                <a:latin typeface="Calibri" panose="020F0502020204030204" charset="0"/>
                <a:ea typeface="幼圆" panose="02010509060101010101" pitchFamily="49" charset="-122"/>
                <a:cs typeface="Calibri" panose="020F0502020204030204" charset="0"/>
              </a:rPr>
              <a:t>）</a:t>
            </a:r>
          </a:p>
          <a:p>
            <a:pPr marL="360045">
              <a:lnSpc>
                <a:spcPct val="150000"/>
              </a:lnSpc>
            </a:pPr>
            <a:r>
              <a:rPr lang="zh-CN" altLang="zh-CN" sz="1000" dirty="0">
                <a:solidFill>
                  <a:schemeClr val="bg1"/>
                </a:solidFill>
                <a:latin typeface="Calibri" panose="020F0502020204030204" charset="0"/>
                <a:ea typeface="幼圆" panose="02010509060101010101" pitchFamily="49" charset="-122"/>
                <a:cs typeface="Calibri" panose="020F0502020204030204" charset="0"/>
              </a:rPr>
              <a:t>Laser wavelength</a:t>
            </a:r>
            <a:r>
              <a:rPr lang="zh-CN" altLang="zh-CN" sz="1000" dirty="0" smtClean="0">
                <a:solidFill>
                  <a:schemeClr val="bg1"/>
                </a:solidFill>
                <a:latin typeface="Calibri" panose="020F0502020204030204" charset="0"/>
                <a:ea typeface="幼圆" panose="02010509060101010101" pitchFamily="49" charset="-122"/>
                <a:cs typeface="Calibri" panose="020F0502020204030204" charset="0"/>
              </a:rPr>
              <a:t>：</a:t>
            </a:r>
            <a:r>
              <a:rPr lang="en-US" altLang="zh-CN" sz="1000" dirty="0">
                <a:solidFill>
                  <a:schemeClr val="bg1"/>
                </a:solidFill>
                <a:latin typeface="Calibri" panose="020F0502020204030204" charset="0"/>
                <a:ea typeface="幼圆" panose="02010509060101010101" pitchFamily="49" charset="-122"/>
                <a:cs typeface="Calibri" panose="020F0502020204030204" charset="0"/>
              </a:rPr>
              <a:t>1064</a:t>
            </a:r>
            <a:r>
              <a:rPr lang="zh-CN" altLang="zh-CN" sz="1000" dirty="0">
                <a:solidFill>
                  <a:schemeClr val="bg1"/>
                </a:solidFill>
                <a:latin typeface="Calibri" panose="020F0502020204030204" charset="0"/>
                <a:ea typeface="幼圆" panose="02010509060101010101" pitchFamily="49" charset="-122"/>
                <a:cs typeface="Calibri" panose="020F0502020204030204" charset="0"/>
              </a:rPr>
              <a:t>±</a:t>
            </a:r>
            <a:r>
              <a:rPr lang="en-US" altLang="zh-CN" sz="1000" dirty="0">
                <a:solidFill>
                  <a:schemeClr val="bg1"/>
                </a:solidFill>
                <a:latin typeface="Calibri" panose="020F0502020204030204" charset="0"/>
                <a:ea typeface="幼圆" panose="02010509060101010101" pitchFamily="49" charset="-122"/>
                <a:cs typeface="Calibri" panose="020F0502020204030204" charset="0"/>
              </a:rPr>
              <a:t>10nm</a:t>
            </a:r>
            <a:endParaRPr lang="zh-CN" altLang="zh-CN" sz="1000" dirty="0">
              <a:solidFill>
                <a:schemeClr val="bg1"/>
              </a:solidFill>
              <a:latin typeface="Calibri" panose="020F0502020204030204" charset="0"/>
              <a:ea typeface="幼圆" panose="02010509060101010101" pitchFamily="49" charset="-122"/>
              <a:cs typeface="Calibri" panose="020F0502020204030204" charset="0"/>
            </a:endParaRPr>
          </a:p>
          <a:p>
            <a:pPr marL="360045">
              <a:lnSpc>
                <a:spcPct val="150000"/>
              </a:lnSpc>
            </a:pPr>
            <a:r>
              <a:rPr lang="zh-CN" altLang="zh-CN" sz="1000" dirty="0">
                <a:solidFill>
                  <a:schemeClr val="bg1"/>
                </a:solidFill>
                <a:latin typeface="Calibri" panose="020F0502020204030204" charset="0"/>
                <a:ea typeface="幼圆" panose="02010509060101010101" pitchFamily="49" charset="-122"/>
                <a:cs typeface="Calibri" panose="020F0502020204030204" charset="0"/>
              </a:rPr>
              <a:t>Fiber length：</a:t>
            </a:r>
            <a:r>
              <a:rPr altLang="zh-CN" sz="1000" dirty="0">
                <a:solidFill>
                  <a:schemeClr val="bg1"/>
                </a:solidFill>
                <a:latin typeface="Calibri" panose="020F0502020204030204" charset="0"/>
                <a:ea typeface="幼圆" panose="02010509060101010101" pitchFamily="49" charset="-122"/>
                <a:cs typeface="Calibri" panose="020F0502020204030204" charset="0"/>
              </a:rPr>
              <a:t>Standard 10m (can be customized)</a:t>
            </a:r>
          </a:p>
          <a:p>
            <a:pPr marL="360045">
              <a:lnSpc>
                <a:spcPct val="150000"/>
              </a:lnSpc>
            </a:pPr>
            <a:r>
              <a:rPr lang="zh-CN" altLang="en-US" sz="1000" dirty="0" smtClean="0">
                <a:solidFill>
                  <a:schemeClr val="bg1"/>
                </a:solidFill>
                <a:latin typeface="Calibri" panose="020F0502020204030204" charset="0"/>
                <a:ea typeface="幼圆" panose="02010509060101010101" pitchFamily="49" charset="-122"/>
                <a:cs typeface="Calibri" panose="020F0502020204030204" charset="0"/>
              </a:rPr>
              <a:t>Laser gun head: cleaning gun</a:t>
            </a:r>
          </a:p>
          <a:p>
            <a:pPr marL="360045">
              <a:lnSpc>
                <a:spcPct val="150000"/>
              </a:lnSpc>
            </a:pPr>
            <a:r>
              <a:rPr lang="zh-CN" altLang="zh-CN" sz="1000" dirty="0">
                <a:solidFill>
                  <a:schemeClr val="bg1"/>
                </a:solidFill>
                <a:latin typeface="Calibri" panose="020F0502020204030204" charset="0"/>
                <a:ea typeface="幼圆" panose="02010509060101010101" pitchFamily="49" charset="-122"/>
                <a:cs typeface="Calibri" panose="020F0502020204030204" charset="0"/>
              </a:rPr>
              <a:t>Swing arc width：</a:t>
            </a:r>
            <a:r>
              <a:rPr lang="en-US" altLang="zh-CN" sz="1000" dirty="0" smtClean="0">
                <a:solidFill>
                  <a:schemeClr val="bg1"/>
                </a:solidFill>
                <a:latin typeface="Calibri" panose="020F0502020204030204" charset="0"/>
                <a:ea typeface="幼圆" panose="02010509060101010101" pitchFamily="49" charset="-122"/>
                <a:cs typeface="Calibri" panose="020F0502020204030204" charset="0"/>
              </a:rPr>
              <a:t>0-300mm</a:t>
            </a:r>
            <a:endParaRPr lang="en-US" altLang="zh-CN" sz="1000" dirty="0">
              <a:solidFill>
                <a:schemeClr val="bg1"/>
              </a:solidFill>
              <a:latin typeface="Calibri" panose="020F0502020204030204" charset="0"/>
              <a:ea typeface="幼圆" panose="02010509060101010101" pitchFamily="49" charset="-122"/>
              <a:cs typeface="Calibri" panose="020F0502020204030204" charset="0"/>
            </a:endParaRPr>
          </a:p>
          <a:p>
            <a:pPr marL="360045">
              <a:lnSpc>
                <a:spcPct val="150000"/>
              </a:lnSpc>
            </a:pPr>
            <a:r>
              <a:rPr lang="zh-CN" sz="1000" dirty="0">
                <a:solidFill>
                  <a:schemeClr val="bg1"/>
                </a:solidFill>
                <a:latin typeface="Calibri" panose="020F0502020204030204" charset="0"/>
                <a:ea typeface="幼圆" panose="02010509060101010101" pitchFamily="49" charset="-122"/>
                <a:cs typeface="Calibri" panose="020F0502020204030204" charset="0"/>
              </a:rPr>
              <a:t>swing frequency</a:t>
            </a:r>
            <a:r>
              <a:rPr lang="zh-CN" altLang="zh-CN" sz="1000" dirty="0" smtClean="0">
                <a:solidFill>
                  <a:schemeClr val="bg1"/>
                </a:solidFill>
                <a:latin typeface="Calibri" panose="020F0502020204030204" charset="0"/>
                <a:ea typeface="幼圆" panose="02010509060101010101" pitchFamily="49" charset="-122"/>
                <a:cs typeface="Calibri" panose="020F0502020204030204" charset="0"/>
              </a:rPr>
              <a:t>：</a:t>
            </a:r>
            <a:r>
              <a:rPr lang="en-US" altLang="zh-CN" sz="1000" dirty="0" smtClean="0">
                <a:solidFill>
                  <a:schemeClr val="bg1"/>
                </a:solidFill>
                <a:latin typeface="Calibri" panose="020F0502020204030204" charset="0"/>
                <a:ea typeface="幼圆" panose="02010509060101010101" pitchFamily="49" charset="-122"/>
                <a:cs typeface="Calibri" panose="020F0502020204030204" charset="0"/>
              </a:rPr>
              <a:t>10-100Hz</a:t>
            </a:r>
          </a:p>
          <a:p>
            <a:pPr marL="360045">
              <a:lnSpc>
                <a:spcPct val="150000"/>
              </a:lnSpc>
            </a:pPr>
            <a:r>
              <a:rPr sz="1000" dirty="0">
                <a:solidFill>
                  <a:schemeClr val="bg1"/>
                </a:solidFill>
                <a:latin typeface="Calibri" panose="020F0502020204030204" charset="0"/>
                <a:ea typeface="幼圆" panose="02010509060101010101" pitchFamily="49" charset="-122"/>
                <a:cs typeface="Calibri" panose="020F0502020204030204" charset="0"/>
              </a:rPr>
              <a:t>Endpoint optimization: -20-20 (eliminates uneven light emission at both ends of the cleaning track. Depending on the actual situation, reducing the value may make the endpoint energy larger or smaller. The same applies to increasing the value. Please adjust to ideal state.</a:t>
            </a:r>
            <a:r>
              <a:rPr lang="zh-CN" altLang="en-US" sz="1000" dirty="0">
                <a:solidFill>
                  <a:schemeClr val="bg1"/>
                </a:solidFill>
                <a:latin typeface="Calibri" panose="020F0502020204030204" charset="0"/>
                <a:ea typeface="幼圆" panose="02010509060101010101" pitchFamily="49" charset="-122"/>
                <a:cs typeface="Calibri" panose="020F0502020204030204" charset="0"/>
              </a:rPr>
              <a:t>）</a:t>
            </a:r>
            <a:endParaRPr lang="zh-CN" altLang="zh-CN" sz="1000" dirty="0">
              <a:solidFill>
                <a:schemeClr val="bg1"/>
              </a:solidFill>
              <a:latin typeface="Calibri" panose="020F0502020204030204" charset="0"/>
              <a:ea typeface="幼圆" panose="02010509060101010101" pitchFamily="49" charset="-122"/>
              <a:cs typeface="Calibri" panose="020F0502020204030204" charset="0"/>
            </a:endParaRPr>
          </a:p>
          <a:p>
            <a:pPr marL="360045">
              <a:lnSpc>
                <a:spcPct val="150000"/>
              </a:lnSpc>
            </a:pPr>
            <a:r>
              <a:rPr lang="zh-CN" sz="1000" dirty="0" smtClean="0">
                <a:solidFill>
                  <a:schemeClr val="bg1"/>
                </a:solidFill>
                <a:latin typeface="Calibri" panose="020F0502020204030204" charset="0"/>
                <a:ea typeface="幼圆" panose="02010509060101010101" pitchFamily="49" charset="-122"/>
                <a:cs typeface="Calibri" panose="020F0502020204030204" charset="0"/>
              </a:rPr>
              <a:t>Cooling system: water cooling</a:t>
            </a:r>
          </a:p>
          <a:p>
            <a:pPr marL="360045">
              <a:lnSpc>
                <a:spcPct val="150000"/>
              </a:lnSpc>
            </a:pPr>
            <a:r>
              <a:rPr lang="zh-CN" altLang="zh-CN" sz="1000" dirty="0">
                <a:solidFill>
                  <a:schemeClr val="bg1"/>
                </a:solidFill>
                <a:latin typeface="Calibri" panose="020F0502020204030204" charset="0"/>
                <a:ea typeface="幼圆" panose="02010509060101010101" pitchFamily="49" charset="-122"/>
                <a:cs typeface="Calibri" panose="020F0502020204030204" charset="0"/>
              </a:rPr>
              <a:t>Working temperature：</a:t>
            </a:r>
            <a:r>
              <a:rPr lang="en-US" altLang="zh-CN" sz="1000" dirty="0">
                <a:solidFill>
                  <a:schemeClr val="bg1"/>
                </a:solidFill>
                <a:latin typeface="Calibri" panose="020F0502020204030204" charset="0"/>
                <a:ea typeface="幼圆" panose="02010509060101010101" pitchFamily="49" charset="-122"/>
                <a:cs typeface="Calibri" panose="020F0502020204030204" charset="0"/>
              </a:rPr>
              <a:t>10</a:t>
            </a:r>
            <a:r>
              <a:rPr lang="zh-CN" altLang="zh-CN" sz="1000" dirty="0">
                <a:solidFill>
                  <a:schemeClr val="bg1"/>
                </a:solidFill>
                <a:latin typeface="Calibri" panose="020F0502020204030204" charset="0"/>
                <a:ea typeface="幼圆" panose="02010509060101010101" pitchFamily="49" charset="-122"/>
                <a:cs typeface="Calibri" panose="020F0502020204030204" charset="0"/>
              </a:rPr>
              <a:t>℃</a:t>
            </a:r>
            <a:r>
              <a:rPr lang="en-US" altLang="zh-CN" sz="1000" dirty="0">
                <a:solidFill>
                  <a:schemeClr val="bg1"/>
                </a:solidFill>
                <a:latin typeface="Calibri" panose="020F0502020204030204" charset="0"/>
                <a:ea typeface="幼圆" panose="02010509060101010101" pitchFamily="49" charset="-122"/>
                <a:cs typeface="Calibri" panose="020F0502020204030204" charset="0"/>
              </a:rPr>
              <a:t>~40</a:t>
            </a:r>
            <a:r>
              <a:rPr lang="zh-CN" altLang="zh-CN" sz="1000" dirty="0">
                <a:solidFill>
                  <a:schemeClr val="bg1"/>
                </a:solidFill>
                <a:latin typeface="Calibri" panose="020F0502020204030204" charset="0"/>
                <a:ea typeface="幼圆" panose="02010509060101010101" pitchFamily="49" charset="-122"/>
                <a:cs typeface="Calibri" panose="020F0502020204030204" charset="0"/>
              </a:rPr>
              <a:t>℃</a:t>
            </a:r>
          </a:p>
          <a:p>
            <a:pPr marL="360045">
              <a:lnSpc>
                <a:spcPct val="150000"/>
              </a:lnSpc>
            </a:pPr>
            <a:r>
              <a:rPr altLang="zh-CN" sz="1000" dirty="0">
                <a:solidFill>
                  <a:schemeClr val="bg1"/>
                </a:solidFill>
                <a:latin typeface="Calibri" panose="020F0502020204030204" charset="0"/>
                <a:ea typeface="幼圆" panose="02010509060101010101" pitchFamily="49" charset="-122"/>
                <a:cs typeface="Calibri" panose="020F0502020204030204" charset="0"/>
              </a:rPr>
              <a:t>Working environment humidity: &lt;70%, no condensation</a:t>
            </a:r>
          </a:p>
          <a:p>
            <a:pPr marL="360045">
              <a:lnSpc>
                <a:spcPct val="150000"/>
              </a:lnSpc>
            </a:pPr>
            <a:r>
              <a:rPr altLang="zh-CN" sz="1000" dirty="0">
                <a:solidFill>
                  <a:schemeClr val="bg1"/>
                </a:solidFill>
                <a:latin typeface="Calibri" panose="020F0502020204030204" charset="0"/>
                <a:ea typeface="幼圆" panose="02010509060101010101" pitchFamily="49" charset="-122"/>
                <a:cs typeface="Calibri" panose="020F0502020204030204" charset="0"/>
              </a:rPr>
              <a:t>Storage environment temperature: -10℃~60℃</a:t>
            </a:r>
          </a:p>
        </p:txBody>
      </p:sp>
      <p:pic>
        <p:nvPicPr>
          <p:cNvPr id="8" name="图片 7"/>
          <p:cNvPicPr>
            <a:picLocks noChangeAspect="1"/>
          </p:cNvPicPr>
          <p:nvPr/>
        </p:nvPicPr>
        <p:blipFill rotWithShape="1">
          <a:blip r:embed="rId3" cstate="print">
            <a:extLst>
              <a:ext uri="{28A0092B-C50C-407E-A947-70E740481C1C}">
                <a14:useLocalDpi xmlns:a14="http://schemas.microsoft.com/office/drawing/2010/main" val="0"/>
              </a:ext>
            </a:extLst>
          </a:blip>
          <a:srcRect l="28851" t="16039" r="28045" b="14935"/>
          <a:stretch>
            <a:fillRect/>
          </a:stretch>
        </p:blipFill>
        <p:spPr>
          <a:xfrm>
            <a:off x="663839" y="1643086"/>
            <a:ext cx="2825181" cy="2544922"/>
          </a:xfrm>
          <a:prstGeom prst="rect">
            <a:avLst/>
          </a:prstGeom>
          <a:effectLst>
            <a:outerShdw blurRad="215900" dist="50800" dir="5400000" algn="ctr" rotWithShape="0">
              <a:srgbClr val="000000">
                <a:alpha val="94000"/>
              </a:srgbClr>
            </a:outerShdw>
          </a:effectLst>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28"/>
          <p:cNvSpPr/>
          <p:nvPr/>
        </p:nvSpPr>
        <p:spPr>
          <a:xfrm>
            <a:off x="0" y="0"/>
            <a:ext cx="1043939" cy="532128"/>
          </a:xfrm>
          <a:prstGeom prst="rect">
            <a:avLst/>
          </a:prstGeom>
          <a:solidFill>
            <a:srgbClr val="0263B2"/>
          </a:solidFill>
        </p:spPr>
        <p:txBody>
          <a:bodyPr vert="horz" wrap="square" lIns="0" tIns="0" rIns="0" bIns="0"/>
          <a:lstStyle/>
          <a:p>
            <a:pPr algn="l" rtl="0" eaLnBrk="0">
              <a:lnSpc>
                <a:spcPct val="107000"/>
              </a:lnSpc>
            </a:pPr>
            <a:endParaRPr lang="x-none" altLang="x-none" sz="900" dirty="0"/>
          </a:p>
          <a:p>
            <a:pPr marL="363855" algn="l" rtl="0" eaLnBrk="0">
              <a:lnSpc>
                <a:spcPct val="84000"/>
              </a:lnSpc>
              <a:spcBef>
                <a:spcPts val="5"/>
              </a:spcBef>
            </a:pPr>
            <a:r>
              <a:rPr sz="1800" spc="3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0</a:t>
            </a:r>
            <a:r>
              <a:rPr sz="1800" spc="1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1</a:t>
            </a:r>
            <a:endParaRPr lang="x-none" altLang="x-none" sz="1800" dirty="0"/>
          </a:p>
        </p:txBody>
      </p:sp>
      <p:sp>
        <p:nvSpPr>
          <p:cNvPr id="9" name="textbox 51"/>
          <p:cNvSpPr/>
          <p:nvPr/>
        </p:nvSpPr>
        <p:spPr>
          <a:xfrm>
            <a:off x="1143000" y="124460"/>
            <a:ext cx="3664585" cy="290830"/>
          </a:xfrm>
          <a:prstGeom prst="rect">
            <a:avLst/>
          </a:prstGeom>
        </p:spPr>
        <p:txBody>
          <a:bodyPr vert="horz" wrap="square" lIns="0" tIns="0" rIns="0" bIns="0"/>
          <a:lstStyle/>
          <a:p>
            <a:pPr algn="l" rtl="0" eaLnBrk="0">
              <a:lnSpc>
                <a:spcPct val="77000"/>
              </a:lnSpc>
            </a:pPr>
            <a:endParaRPr lang="x-none" altLang="x-none" sz="100" dirty="0"/>
          </a:p>
          <a:p>
            <a:pPr marL="12700" algn="l" rtl="0" eaLnBrk="0">
              <a:lnSpc>
                <a:spcPct val="97000"/>
              </a:lnSpc>
            </a:pPr>
            <a:r>
              <a:rPr sz="1400">
                <a:solidFill>
                  <a:srgbClr val="0263B2">
                    <a:alpha val="100000"/>
                  </a:srgbClr>
                </a:solidFill>
                <a:latin typeface="Calibri" panose="020F0502020204030204" charset="0"/>
                <a:ea typeface="微软雅黑" panose="020B0503020204020204" pitchFamily="34" charset="-122"/>
                <a:cs typeface="Calibri" panose="020F0502020204030204" charset="0"/>
              </a:rPr>
              <a:t>Equipment Introduction-Laser Cleaning Principle</a:t>
            </a:r>
          </a:p>
        </p:txBody>
      </p:sp>
      <p:sp>
        <p:nvSpPr>
          <p:cNvPr id="11" name="textbox 30"/>
          <p:cNvSpPr/>
          <p:nvPr/>
        </p:nvSpPr>
        <p:spPr>
          <a:xfrm>
            <a:off x="0" y="608330"/>
            <a:ext cx="9144000" cy="1688465"/>
          </a:xfrm>
          <a:prstGeom prst="rect">
            <a:avLst/>
          </a:prstGeom>
          <a:solidFill>
            <a:srgbClr val="0263B2"/>
          </a:solidFill>
          <a:effectLst>
            <a:softEdge rad="31750"/>
          </a:effectLst>
        </p:spPr>
        <p:txBody>
          <a:bodyPr vert="horz" wrap="square" lIns="0" tIns="0" rIns="0" bIns="0"/>
          <a:lstStyle/>
          <a:p>
            <a:pPr marL="360045">
              <a:lnSpc>
                <a:spcPct val="150000"/>
              </a:lnSpc>
            </a:pPr>
            <a:r>
              <a:rPr sz="1000" dirty="0" smtClean="0">
                <a:solidFill>
                  <a:schemeClr val="bg1"/>
                </a:solidFill>
                <a:latin typeface="Calibri" panose="020F0502020204030204" charset="0"/>
                <a:ea typeface="微软雅黑" panose="020B0503020204020204" pitchFamily="34" charset="-122"/>
                <a:cs typeface="Calibri" panose="020F0502020204030204" charset="0"/>
              </a:rPr>
              <a:t>Basic principles of laser cleaning:</a:t>
            </a:r>
          </a:p>
          <a:p>
            <a:pPr marL="360045">
              <a:lnSpc>
                <a:spcPct val="150000"/>
              </a:lnSpc>
            </a:pPr>
            <a:r>
              <a:rPr lang="en-US" altLang="x-none" sz="700" dirty="0">
                <a:solidFill>
                  <a:schemeClr val="bg1"/>
                </a:solidFill>
                <a:latin typeface="Calibri" panose="020F0502020204030204" charset="0"/>
                <a:ea typeface="微软雅黑" panose="020B0503020204020204" pitchFamily="34" charset="-122"/>
                <a:cs typeface="Calibri" panose="020F0502020204030204" charset="0"/>
              </a:rPr>
              <a:t> </a:t>
            </a:r>
            <a:r>
              <a:rPr lang="en-US" altLang="x-none" sz="700" dirty="0" smtClean="0">
                <a:solidFill>
                  <a:schemeClr val="bg1"/>
                </a:solidFill>
                <a:latin typeface="Calibri" panose="020F0502020204030204" charset="0"/>
                <a:ea typeface="微软雅黑" panose="020B0503020204020204" pitchFamily="34" charset="-122"/>
                <a:cs typeface="Calibri" panose="020F0502020204030204" charset="0"/>
              </a:rPr>
              <a:t>      </a:t>
            </a:r>
            <a:r>
              <a:rPr sz="1000" dirty="0" smtClean="0">
                <a:solidFill>
                  <a:schemeClr val="bg1"/>
                </a:solidFill>
                <a:latin typeface="Calibri" panose="020F0502020204030204" charset="0"/>
                <a:ea typeface="微软雅黑" panose="020B0503020204020204" pitchFamily="34" charset="-122"/>
                <a:cs typeface="Calibri" panose="020F0502020204030204" charset="0"/>
              </a:rPr>
              <a:t>Laser is a new cleaning method based on the interaction between high-energy-density laser beams and materials. The vibration effect uses high-frequency lasers to impact the surface of the object to be cleaned. The beam is converted into sound waves and returns from the underlying surface, interfering with the incident wave, thereby producing Resonance causes the contaminants to fragment; the thermal expansion effect uses the difference in the absorption coefficient of laser energy of a certain wavelength between the substrate and the surface contaminants to cause the contaminants to absorb the laser energy and thermally expand instantly, forming a large detachment acceleration and overcoming the substrate's impact on the contamination. It falls off due to the adsorption force of the substance; the photodecomposition and phase change of the molecules can instantly vaporize, decompose, and evaporate the pollutant molecules.</a:t>
            </a:r>
          </a:p>
        </p:txBody>
      </p:sp>
      <p:pic>
        <p:nvPicPr>
          <p:cNvPr id="4" name="图片 3" descr="C:/Users/zhongc148503/Desktop/4565464645.png4565464645"/>
          <p:cNvPicPr>
            <a:picLocks noChangeAspect="1"/>
          </p:cNvPicPr>
          <p:nvPr/>
        </p:nvPicPr>
        <p:blipFill>
          <a:blip r:embed="rId3"/>
          <a:srcRect t="7" b="7"/>
          <a:stretch>
            <a:fillRect/>
          </a:stretch>
        </p:blipFill>
        <p:spPr>
          <a:xfrm>
            <a:off x="2399933" y="2296681"/>
            <a:ext cx="4344006" cy="2543530"/>
          </a:xfrm>
          <a:prstGeom prst="rect">
            <a:avLst/>
          </a:prstGeom>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28"/>
          <p:cNvSpPr/>
          <p:nvPr/>
        </p:nvSpPr>
        <p:spPr>
          <a:xfrm>
            <a:off x="0" y="0"/>
            <a:ext cx="1043939" cy="532128"/>
          </a:xfrm>
          <a:prstGeom prst="rect">
            <a:avLst/>
          </a:prstGeom>
          <a:solidFill>
            <a:srgbClr val="0263B2"/>
          </a:solidFill>
        </p:spPr>
        <p:txBody>
          <a:bodyPr vert="horz" wrap="square" lIns="0" tIns="0" rIns="0" bIns="0"/>
          <a:lstStyle/>
          <a:p>
            <a:pPr algn="l" rtl="0" eaLnBrk="0">
              <a:lnSpc>
                <a:spcPct val="107000"/>
              </a:lnSpc>
            </a:pPr>
            <a:endParaRPr lang="x-none" altLang="x-none" sz="900" dirty="0"/>
          </a:p>
          <a:p>
            <a:pPr marL="363855" algn="l" rtl="0" eaLnBrk="0">
              <a:lnSpc>
                <a:spcPct val="84000"/>
              </a:lnSpc>
              <a:spcBef>
                <a:spcPts val="5"/>
              </a:spcBef>
            </a:pPr>
            <a:r>
              <a:rPr sz="1800" spc="3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0</a:t>
            </a:r>
            <a:r>
              <a:rPr sz="1800" spc="1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1</a:t>
            </a:r>
            <a:endParaRPr lang="x-none" altLang="x-none" sz="1800" dirty="0"/>
          </a:p>
        </p:txBody>
      </p:sp>
      <p:sp>
        <p:nvSpPr>
          <p:cNvPr id="9" name="textbox 51"/>
          <p:cNvSpPr/>
          <p:nvPr/>
        </p:nvSpPr>
        <p:spPr>
          <a:xfrm>
            <a:off x="1143000" y="124460"/>
            <a:ext cx="3656330" cy="290830"/>
          </a:xfrm>
          <a:prstGeom prst="rect">
            <a:avLst/>
          </a:prstGeom>
        </p:spPr>
        <p:txBody>
          <a:bodyPr vert="horz" wrap="square" lIns="0" tIns="0" rIns="0" bIns="0"/>
          <a:lstStyle/>
          <a:p>
            <a:pPr algn="l" rtl="0" eaLnBrk="0">
              <a:lnSpc>
                <a:spcPct val="77000"/>
              </a:lnSpc>
            </a:pPr>
            <a:endParaRPr lang="x-none" altLang="x-none" sz="100" dirty="0">
              <a:latin typeface="Calibri" panose="020F0502020204030204" charset="0"/>
              <a:cs typeface="Calibri" panose="020F0502020204030204" charset="0"/>
            </a:endParaRPr>
          </a:p>
          <a:p>
            <a:pPr marL="12700" algn="l" rtl="0" eaLnBrk="0">
              <a:lnSpc>
                <a:spcPct val="97000"/>
              </a:lnSpc>
            </a:pPr>
            <a:r>
              <a:rPr sz="1600">
                <a:solidFill>
                  <a:srgbClr val="0263B2">
                    <a:alpha val="100000"/>
                  </a:srgbClr>
                </a:solidFill>
                <a:latin typeface="Calibri" panose="020F0502020204030204" charset="0"/>
                <a:ea typeface="微软雅黑" panose="020B0503020204020204" pitchFamily="34" charset="-122"/>
                <a:cs typeface="Calibri" panose="020F0502020204030204" charset="0"/>
              </a:rPr>
              <a:t>Equipment Introduction-Configuration Table</a:t>
            </a:r>
          </a:p>
        </p:txBody>
      </p:sp>
      <p:graphicFrame>
        <p:nvGraphicFramePr>
          <p:cNvPr id="19" name="表格 18"/>
          <p:cNvGraphicFramePr>
            <a:graphicFrameLocks noGrp="1"/>
          </p:cNvGraphicFramePr>
          <p:nvPr/>
        </p:nvGraphicFramePr>
        <p:xfrm>
          <a:off x="940492" y="648656"/>
          <a:ext cx="7008317" cy="3711861"/>
        </p:xfrm>
        <a:graphic>
          <a:graphicData uri="http://schemas.openxmlformats.org/drawingml/2006/table">
            <a:tbl>
              <a:tblPr firstRow="1" bandRow="1">
                <a:tableStyleId>{5C22544A-7EE6-4342-B048-85BDC9FD1C3A}</a:tableStyleId>
              </a:tblPr>
              <a:tblGrid>
                <a:gridCol w="467045">
                  <a:extLst>
                    <a:ext uri="{9D8B030D-6E8A-4147-A177-3AD203B41FA5}">
                      <a16:colId xmlns:a16="http://schemas.microsoft.com/office/drawing/2014/main" val="20000"/>
                    </a:ext>
                  </a:extLst>
                </a:gridCol>
                <a:gridCol w="1142554">
                  <a:extLst>
                    <a:ext uri="{9D8B030D-6E8A-4147-A177-3AD203B41FA5}">
                      <a16:colId xmlns:a16="http://schemas.microsoft.com/office/drawing/2014/main" val="20001"/>
                    </a:ext>
                  </a:extLst>
                </a:gridCol>
                <a:gridCol w="858033">
                  <a:extLst>
                    <a:ext uri="{9D8B030D-6E8A-4147-A177-3AD203B41FA5}">
                      <a16:colId xmlns:a16="http://schemas.microsoft.com/office/drawing/2014/main" val="20002"/>
                    </a:ext>
                  </a:extLst>
                </a:gridCol>
                <a:gridCol w="1509386">
                  <a:extLst>
                    <a:ext uri="{9D8B030D-6E8A-4147-A177-3AD203B41FA5}">
                      <a16:colId xmlns:a16="http://schemas.microsoft.com/office/drawing/2014/main" val="20003"/>
                    </a:ext>
                  </a:extLst>
                </a:gridCol>
                <a:gridCol w="852961">
                  <a:extLst>
                    <a:ext uri="{9D8B030D-6E8A-4147-A177-3AD203B41FA5}">
                      <a16:colId xmlns:a16="http://schemas.microsoft.com/office/drawing/2014/main" val="20004"/>
                    </a:ext>
                  </a:extLst>
                </a:gridCol>
                <a:gridCol w="965996">
                  <a:extLst>
                    <a:ext uri="{9D8B030D-6E8A-4147-A177-3AD203B41FA5}">
                      <a16:colId xmlns:a16="http://schemas.microsoft.com/office/drawing/2014/main" val="20005"/>
                    </a:ext>
                  </a:extLst>
                </a:gridCol>
                <a:gridCol w="1212342">
                  <a:extLst>
                    <a:ext uri="{9D8B030D-6E8A-4147-A177-3AD203B41FA5}">
                      <a16:colId xmlns:a16="http://schemas.microsoft.com/office/drawing/2014/main" val="20006"/>
                    </a:ext>
                  </a:extLst>
                </a:gridCol>
              </a:tblGrid>
              <a:tr h="285776">
                <a:tc>
                  <a:txBody>
                    <a:bodyPr/>
                    <a:lstStyle/>
                    <a:p>
                      <a:pPr algn="ctr"/>
                      <a:r>
                        <a:rPr lang="en-US" altLang="zh-CN" sz="800" dirty="0" smtClean="0">
                          <a:latin typeface="Calibri" panose="020F0502020204030204" charset="0"/>
                          <a:ea typeface="微软雅黑" panose="020B0503020204020204" pitchFamily="34" charset="-122"/>
                          <a:cs typeface="Calibri" panose="020F0502020204030204" charset="0"/>
                        </a:rPr>
                        <a:t>NO.</a:t>
                      </a:r>
                    </a:p>
                  </a:txBody>
                  <a:tcPr anchor="ctr">
                    <a:lnL w="6350" cap="flat" cmpd="sng" algn="ctr">
                      <a:solidFill>
                        <a:srgbClr val="0070C0"/>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0070C0"/>
                      </a:solidFill>
                      <a:prstDash val="solid"/>
                      <a:round/>
                      <a:headEnd type="none" w="med" len="med"/>
                      <a:tailEnd type="none" w="med" len="med"/>
                    </a:lnT>
                    <a:lnB w="6350" cap="flat" cmpd="sng" algn="ctr">
                      <a:solidFill>
                        <a:srgbClr val="0070C0"/>
                      </a:solidFill>
                      <a:prstDash val="solid"/>
                      <a:round/>
                      <a:headEnd type="none" w="med" len="med"/>
                      <a:tailEnd type="none" w="med" len="med"/>
                    </a:lnB>
                    <a:solidFill>
                      <a:srgbClr val="0070C0"/>
                    </a:solidFill>
                  </a:tcPr>
                </a:tc>
                <a:tc gridSpan="2">
                  <a:txBody>
                    <a:bodyPr/>
                    <a:lstStyle/>
                    <a:p>
                      <a:pPr algn="ctr"/>
                      <a:r>
                        <a:rPr lang="zh-CN" altLang="en-US" sz="800" dirty="0" smtClean="0">
                          <a:latin typeface="Calibri" panose="020F0502020204030204" charset="0"/>
                          <a:ea typeface="微软雅黑" panose="020B0503020204020204" pitchFamily="34" charset="-122"/>
                          <a:cs typeface="Calibri" panose="020F0502020204030204" charset="0"/>
                        </a:rPr>
                        <a:t>Configure components</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0070C0"/>
                      </a:solidFill>
                      <a:prstDash val="solid"/>
                      <a:round/>
                      <a:headEnd type="none" w="med" len="med"/>
                      <a:tailEnd type="none" w="med" len="med"/>
                    </a:lnT>
                    <a:lnB w="6350" cap="flat" cmpd="sng" algn="ctr">
                      <a:solidFill>
                        <a:srgbClr val="0070C0"/>
                      </a:solidFill>
                      <a:prstDash val="solid"/>
                      <a:round/>
                      <a:headEnd type="none" w="med" len="med"/>
                      <a:tailEnd type="none" w="med" len="med"/>
                    </a:lnB>
                    <a:solidFill>
                      <a:srgbClr val="0070C0"/>
                    </a:solidFill>
                  </a:tcPr>
                </a:tc>
                <a:tc hMerge="1">
                  <a:txBody>
                    <a:bodyPr/>
                    <a:lstStyle/>
                    <a:p>
                      <a:endParaRPr lang="zh-CN"/>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0070C0"/>
                      </a:solidFill>
                      <a:prstDash val="solid"/>
                      <a:round/>
                      <a:headEnd type="none" w="med" len="med"/>
                      <a:tailEnd type="none" w="med" len="med"/>
                    </a:lnT>
                    <a:lnB w="6350" cap="flat" cmpd="sng" algn="ctr">
                      <a:solidFill>
                        <a:srgbClr val="0070C0"/>
                      </a:solidFill>
                      <a:prstDash val="solid"/>
                      <a:round/>
                      <a:headEnd type="none" w="med" len="med"/>
                      <a:tailEnd type="none" w="med" len="med"/>
                    </a:lnB>
                    <a:solidFill>
                      <a:srgbClr val="0070C0"/>
                    </a:solidFill>
                  </a:tcPr>
                </a:tc>
                <a:tc>
                  <a:txBody>
                    <a:bodyPr/>
                    <a:lstStyle/>
                    <a:p>
                      <a:pPr algn="ctr"/>
                      <a:r>
                        <a:rPr sz="800" dirty="0" smtClean="0">
                          <a:latin typeface="Calibri" panose="020F0502020204030204" charset="0"/>
                          <a:ea typeface="微软雅黑" panose="020B0503020204020204" pitchFamily="34" charset="-122"/>
                          <a:cs typeface="Calibri" panose="020F0502020204030204" charset="0"/>
                        </a:rPr>
                        <a:t>DZW PRO series</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0070C0"/>
                      </a:solidFill>
                      <a:prstDash val="solid"/>
                      <a:round/>
                      <a:headEnd type="none" w="med" len="med"/>
                      <a:tailEnd type="none" w="med" len="med"/>
                    </a:lnT>
                    <a:lnB w="6350" cap="flat" cmpd="sng" algn="ctr">
                      <a:solidFill>
                        <a:srgbClr val="0070C0"/>
                      </a:solidFill>
                      <a:prstDash val="solid"/>
                      <a:round/>
                      <a:headEnd type="none" w="med" len="med"/>
                      <a:tailEnd type="none" w="med" len="med"/>
                    </a:lnB>
                    <a:solidFill>
                      <a:srgbClr val="0070C0"/>
                    </a:solidFill>
                  </a:tcPr>
                </a:tc>
                <a:tc>
                  <a:txBody>
                    <a:bodyPr/>
                    <a:lstStyle/>
                    <a:p>
                      <a:pPr algn="ctr"/>
                      <a:r>
                        <a:rPr lang="zh-CN" altLang="en-US" sz="800" dirty="0" smtClean="0">
                          <a:latin typeface="Calibri" panose="020F0502020204030204" charset="0"/>
                          <a:ea typeface="微软雅黑" panose="020B0503020204020204" pitchFamily="34" charset="-122"/>
                          <a:cs typeface="Calibri" panose="020F0502020204030204" charset="0"/>
                        </a:rPr>
                        <a:t>quantity</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0070C0"/>
                      </a:solidFill>
                      <a:prstDash val="solid"/>
                      <a:round/>
                      <a:headEnd type="none" w="med" len="med"/>
                      <a:tailEnd type="none" w="med" len="med"/>
                    </a:lnT>
                    <a:lnB w="6350" cap="flat" cmpd="sng" algn="ctr">
                      <a:solidFill>
                        <a:srgbClr val="0070C0"/>
                      </a:solidFill>
                      <a:prstDash val="solid"/>
                      <a:round/>
                      <a:headEnd type="none" w="med" len="med"/>
                      <a:tailEnd type="none" w="med" len="med"/>
                    </a:lnB>
                    <a:solidFill>
                      <a:srgbClr val="0070C0"/>
                    </a:solidFill>
                  </a:tcPr>
                </a:tc>
                <a:tc>
                  <a:txBody>
                    <a:bodyPr/>
                    <a:lstStyle/>
                    <a:p>
                      <a:pPr algn="ctr"/>
                      <a:r>
                        <a:rPr lang="zh-CN" altLang="en-US" sz="800" dirty="0" smtClean="0">
                          <a:latin typeface="Calibri" panose="020F0502020204030204" charset="0"/>
                          <a:ea typeface="微软雅黑" panose="020B0503020204020204" pitchFamily="34" charset="-122"/>
                          <a:cs typeface="Calibri" panose="020F0502020204030204" charset="0"/>
                        </a:rPr>
                        <a:t>unit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0070C0"/>
                      </a:solidFill>
                      <a:prstDash val="solid"/>
                      <a:round/>
                      <a:headEnd type="none" w="med" len="med"/>
                      <a:tailEnd type="none" w="med" len="med"/>
                    </a:lnT>
                    <a:lnB w="6350" cap="flat" cmpd="sng" algn="ctr">
                      <a:solidFill>
                        <a:srgbClr val="0070C0"/>
                      </a:solidFill>
                      <a:prstDash val="solid"/>
                      <a:round/>
                      <a:headEnd type="none" w="med" len="med"/>
                      <a:tailEnd type="none" w="med" len="med"/>
                    </a:lnB>
                    <a:solidFill>
                      <a:srgbClr val="0070C0"/>
                    </a:solidFill>
                  </a:tcPr>
                </a:tc>
                <a:tc>
                  <a:txBody>
                    <a:bodyPr/>
                    <a:lstStyle/>
                    <a:p>
                      <a:pPr algn="ctr"/>
                      <a:r>
                        <a:rPr lang="zh-CN" altLang="en-US" sz="800" dirty="0" smtClean="0">
                          <a:latin typeface="Calibri" panose="020F0502020204030204" charset="0"/>
                          <a:ea typeface="微软雅黑" panose="020B0503020204020204" pitchFamily="34" charset="-122"/>
                          <a:cs typeface="Calibri" panose="020F0502020204030204" charset="0"/>
                        </a:rPr>
                        <a:t>Remark</a:t>
                      </a:r>
                    </a:p>
                  </a:txBody>
                  <a:tcPr anchor="ctr">
                    <a:lnL w="6350" cap="flat" cmpd="sng" algn="ctr">
                      <a:solidFill>
                        <a:schemeClr val="bg1"/>
                      </a:solidFill>
                      <a:prstDash val="solid"/>
                      <a:round/>
                      <a:headEnd type="none" w="med" len="med"/>
                      <a:tailEnd type="none" w="med" len="med"/>
                    </a:lnL>
                    <a:lnR w="6350" cap="flat" cmpd="sng" algn="ctr">
                      <a:solidFill>
                        <a:srgbClr val="0070C0"/>
                      </a:solidFill>
                      <a:prstDash val="solid"/>
                      <a:round/>
                      <a:headEnd type="none" w="med" len="med"/>
                      <a:tailEnd type="none" w="med" len="med"/>
                    </a:lnR>
                    <a:lnT w="6350" cap="flat" cmpd="sng" algn="ctr">
                      <a:solidFill>
                        <a:srgbClr val="0070C0"/>
                      </a:solidFill>
                      <a:prstDash val="solid"/>
                      <a:round/>
                      <a:headEnd type="none" w="med" len="med"/>
                      <a:tailEnd type="none" w="med" len="med"/>
                    </a:lnT>
                    <a:lnB w="6350" cap="flat" cmpd="sng" algn="ctr">
                      <a:solidFill>
                        <a:srgbClr val="0070C0"/>
                      </a:solidFill>
                      <a:prstDash val="solid"/>
                      <a:round/>
                      <a:headEnd type="none" w="med" len="med"/>
                      <a:tailEnd type="none" w="med" len="med"/>
                    </a:lnB>
                    <a:solidFill>
                      <a:srgbClr val="0070C0"/>
                    </a:solidFill>
                  </a:tcPr>
                </a:tc>
                <a:extLst>
                  <a:ext uri="{0D108BD9-81ED-4DB2-BD59-A6C34878D82A}">
                    <a16:rowId xmlns:a16="http://schemas.microsoft.com/office/drawing/2014/main" val="10000"/>
                  </a:ext>
                </a:extLst>
              </a:tr>
              <a:tr h="285776">
                <a:tc>
                  <a:txBody>
                    <a:bodyPr/>
                    <a:lstStyle/>
                    <a:p>
                      <a:pPr algn="ctr"/>
                      <a:r>
                        <a:rPr lang="en-US" altLang="zh-CN" sz="800" dirty="0" smtClean="0">
                          <a:latin typeface="Calibri" panose="020F0502020204030204" charset="0"/>
                          <a:ea typeface="微软雅黑" panose="020B0503020204020204" pitchFamily="34" charset="-122"/>
                          <a:cs typeface="Calibri" panose="020F0502020204030204" charset="0"/>
                        </a:rPr>
                        <a:t>1</a:t>
                      </a:r>
                    </a:p>
                  </a:txBody>
                  <a:tcPr anchor="ctr">
                    <a:lnL w="6350" cap="flat" cmpd="sng" algn="ctr">
                      <a:solidFill>
                        <a:srgbClr val="0070C0"/>
                      </a:solidFill>
                      <a:prstDash val="solid"/>
                      <a:round/>
                      <a:headEnd type="none" w="med" len="med"/>
                      <a:tailEnd type="none" w="med" len="med"/>
                    </a:lnL>
                    <a:lnR w="6350" cap="flat" cmpd="sng" algn="ctr">
                      <a:solidFill>
                        <a:srgbClr val="0070C0"/>
                      </a:solidFill>
                      <a:prstDash val="solid"/>
                      <a:round/>
                      <a:headEnd type="none" w="med" len="med"/>
                      <a:tailEnd type="none" w="med" len="med"/>
                    </a:lnR>
                    <a:lnT w="6350" cap="flat" cmpd="sng" algn="ctr">
                      <a:solidFill>
                        <a:srgbClr val="0070C0"/>
                      </a:solidFill>
                      <a:prstDash val="solid"/>
                      <a:round/>
                      <a:headEnd type="none" w="med" len="med"/>
                      <a:tailEnd type="none" w="med" len="med"/>
                    </a:lnT>
                    <a:lnB w="6350" cap="flat" cmpd="sng" algn="ctr">
                      <a:solidFill>
                        <a:srgbClr val="0070C0"/>
                      </a:solidFill>
                      <a:prstDash val="solid"/>
                      <a:round/>
                      <a:headEnd type="none" w="med" len="med"/>
                      <a:tailEnd type="none" w="med" len="med"/>
                    </a:lnB>
                    <a:solidFill>
                      <a:schemeClr val="bg1"/>
                    </a:solidFill>
                  </a:tcPr>
                </a:tc>
                <a:tc rowSpan="4">
                  <a:txBody>
                    <a:bodyPr/>
                    <a:lstStyle/>
                    <a:p>
                      <a:pPr algn="ctr"/>
                      <a:r>
                        <a:rPr lang="zh-CN" altLang="en-US" sz="800" dirty="0" smtClean="0">
                          <a:latin typeface="Calibri" panose="020F0502020204030204" charset="0"/>
                          <a:ea typeface="微软雅黑" panose="020B0503020204020204" pitchFamily="34" charset="-122"/>
                          <a:cs typeface="Calibri" panose="020F0502020204030204" charset="0"/>
                        </a:rPr>
                        <a:t>Handheld laser cleaning host</a:t>
                      </a:r>
                    </a:p>
                  </a:txBody>
                  <a:tcPr anchor="ctr">
                    <a:lnL w="6350" cap="flat" cmpd="sng" algn="ctr">
                      <a:solidFill>
                        <a:srgbClr val="0070C0"/>
                      </a:solidFill>
                      <a:prstDash val="solid"/>
                      <a:round/>
                      <a:headEnd type="none" w="med" len="med"/>
                      <a:tailEnd type="none" w="med" len="med"/>
                    </a:lnL>
                    <a:lnR w="6350" cap="flat" cmpd="sng" algn="ctr">
                      <a:solidFill>
                        <a:srgbClr val="0070C0"/>
                      </a:solidFill>
                      <a:prstDash val="solid"/>
                      <a:round/>
                      <a:headEnd type="none" w="med" len="med"/>
                      <a:tailEnd type="none" w="med" len="med"/>
                    </a:lnR>
                    <a:lnT w="6350" cap="flat" cmpd="sng" algn="ctr">
                      <a:solidFill>
                        <a:srgbClr val="0070C0"/>
                      </a:solidFill>
                      <a:prstDash val="solid"/>
                      <a:round/>
                      <a:headEnd type="none" w="med" len="med"/>
                      <a:tailEnd type="none" w="med" len="med"/>
                    </a:lnT>
                    <a:lnB w="6350" cap="flat" cmpd="sng" algn="ctr">
                      <a:solidFill>
                        <a:srgbClr val="0070C0"/>
                      </a:solidFill>
                      <a:prstDash val="solid"/>
                      <a:round/>
                      <a:headEnd type="none" w="med" len="med"/>
                      <a:tailEnd type="none" w="med" len="med"/>
                    </a:lnB>
                    <a:solidFill>
                      <a:schemeClr val="bg1"/>
                    </a:solidFill>
                  </a:tcPr>
                </a:tc>
                <a:tc>
                  <a:txBody>
                    <a:bodyPr/>
                    <a:lstStyle/>
                    <a:p>
                      <a:pPr algn="ctr"/>
                      <a:r>
                        <a:rPr lang="zh-CN" altLang="en-US" sz="800" dirty="0" smtClean="0">
                          <a:latin typeface="Calibri" panose="020F0502020204030204" charset="0"/>
                          <a:ea typeface="微软雅黑" panose="020B0503020204020204" pitchFamily="34" charset="-122"/>
                          <a:cs typeface="Calibri" panose="020F0502020204030204" charset="0"/>
                        </a:rPr>
                        <a:t>fiber-optic laser</a:t>
                      </a:r>
                    </a:p>
                  </a:txBody>
                  <a:tcPr anchor="ctr">
                    <a:lnL w="6350" cap="flat" cmpd="sng" algn="ctr">
                      <a:solidFill>
                        <a:srgbClr val="0070C0"/>
                      </a:solidFill>
                      <a:prstDash val="solid"/>
                      <a:round/>
                      <a:headEnd type="none" w="med" len="med"/>
                      <a:tailEnd type="none" w="med" len="med"/>
                    </a:lnL>
                    <a:lnR w="6350" cap="flat" cmpd="sng" algn="ctr">
                      <a:solidFill>
                        <a:srgbClr val="0070C0"/>
                      </a:solidFill>
                      <a:prstDash val="solid"/>
                      <a:round/>
                      <a:headEnd type="none" w="med" len="med"/>
                      <a:tailEnd type="none" w="med" len="med"/>
                    </a:lnR>
                    <a:lnT w="6350" cap="flat" cmpd="sng" algn="ctr">
                      <a:solidFill>
                        <a:srgbClr val="0070C0"/>
                      </a:solidFill>
                      <a:prstDash val="solid"/>
                      <a:round/>
                      <a:headEnd type="none" w="med" len="med"/>
                      <a:tailEnd type="none" w="med" len="med"/>
                    </a:lnT>
                    <a:lnB w="6350" cap="flat" cmpd="sng" algn="ctr">
                      <a:solidFill>
                        <a:srgbClr val="0070C0"/>
                      </a:solidFill>
                      <a:prstDash val="solid"/>
                      <a:round/>
                      <a:headEnd type="none" w="med" len="med"/>
                      <a:tailEnd type="none" w="med" len="med"/>
                    </a:lnB>
                    <a:solidFill>
                      <a:schemeClr val="bg1"/>
                    </a:solidFill>
                  </a:tcPr>
                </a:tc>
                <a:tc>
                  <a:txBody>
                    <a:bodyPr/>
                    <a:lstStyle/>
                    <a:p>
                      <a:pPr algn="ctr"/>
                      <a:r>
                        <a:rPr lang="en-US" altLang="zh-CN" sz="800" dirty="0" smtClean="0">
                          <a:latin typeface="Calibri" panose="020F0502020204030204" charset="0"/>
                          <a:ea typeface="微软雅黑" panose="020B0503020204020204" pitchFamily="34" charset="-122"/>
                          <a:cs typeface="Calibri" panose="020F0502020204030204" charset="0"/>
                        </a:rPr>
                        <a:t>1500W/2000W/3000W</a:t>
                      </a:r>
                    </a:p>
                  </a:txBody>
                  <a:tcPr anchor="ctr">
                    <a:lnL w="6350" cap="flat" cmpd="sng" algn="ctr">
                      <a:solidFill>
                        <a:srgbClr val="0070C0"/>
                      </a:solidFill>
                      <a:prstDash val="solid"/>
                      <a:round/>
                      <a:headEnd type="none" w="med" len="med"/>
                      <a:tailEnd type="none" w="med" len="med"/>
                    </a:lnL>
                    <a:lnR w="6350" cap="flat" cmpd="sng" algn="ctr">
                      <a:solidFill>
                        <a:srgbClr val="0070C0"/>
                      </a:solidFill>
                      <a:prstDash val="solid"/>
                      <a:round/>
                      <a:headEnd type="none" w="med" len="med"/>
                      <a:tailEnd type="none" w="med" len="med"/>
                    </a:lnR>
                    <a:lnT w="6350" cap="flat" cmpd="sng" algn="ctr">
                      <a:solidFill>
                        <a:srgbClr val="0070C0"/>
                      </a:solidFill>
                      <a:prstDash val="solid"/>
                      <a:round/>
                      <a:headEnd type="none" w="med" len="med"/>
                      <a:tailEnd type="none" w="med" len="med"/>
                    </a:lnT>
                    <a:lnB w="6350" cap="flat" cmpd="sng" algn="ctr">
                      <a:solidFill>
                        <a:srgbClr val="0070C0"/>
                      </a:solidFill>
                      <a:prstDash val="solid"/>
                      <a:round/>
                      <a:headEnd type="none" w="med" len="med"/>
                      <a:tailEnd type="none" w="med" len="med"/>
                    </a:lnB>
                    <a:solidFill>
                      <a:schemeClr val="bg1"/>
                    </a:solidFill>
                  </a:tcPr>
                </a:tc>
                <a:tc>
                  <a:txBody>
                    <a:bodyPr/>
                    <a:lstStyle/>
                    <a:p>
                      <a:pPr algn="ctr"/>
                      <a:r>
                        <a:rPr lang="en-US" altLang="zh-CN" sz="800" dirty="0" smtClean="0">
                          <a:latin typeface="Calibri" panose="020F0502020204030204" charset="0"/>
                          <a:ea typeface="微软雅黑" panose="020B0503020204020204" pitchFamily="34" charset="-122"/>
                          <a:cs typeface="Calibri" panose="020F0502020204030204" charset="0"/>
                        </a:rPr>
                        <a:t>1</a:t>
                      </a:r>
                    </a:p>
                  </a:txBody>
                  <a:tcPr anchor="ctr">
                    <a:lnL w="6350" cap="flat" cmpd="sng" algn="ctr">
                      <a:solidFill>
                        <a:srgbClr val="0070C0"/>
                      </a:solidFill>
                      <a:prstDash val="solid"/>
                      <a:round/>
                      <a:headEnd type="none" w="med" len="med"/>
                      <a:tailEnd type="none" w="med" len="med"/>
                    </a:lnL>
                    <a:lnR w="6350" cap="flat" cmpd="sng" algn="ctr">
                      <a:solidFill>
                        <a:srgbClr val="0070C0"/>
                      </a:solidFill>
                      <a:prstDash val="solid"/>
                      <a:round/>
                      <a:headEnd type="none" w="med" len="med"/>
                      <a:tailEnd type="none" w="med" len="med"/>
                    </a:lnR>
                    <a:lnT w="6350" cap="flat" cmpd="sng" algn="ctr">
                      <a:solidFill>
                        <a:srgbClr val="0070C0"/>
                      </a:solidFill>
                      <a:prstDash val="solid"/>
                      <a:round/>
                      <a:headEnd type="none" w="med" len="med"/>
                      <a:tailEnd type="none" w="med" len="med"/>
                    </a:lnT>
                    <a:lnB w="6350" cap="flat" cmpd="sng" algn="ctr">
                      <a:solidFill>
                        <a:srgbClr val="0070C0"/>
                      </a:solidFill>
                      <a:prstDash val="solid"/>
                      <a:round/>
                      <a:headEnd type="none" w="med" len="med"/>
                      <a:tailEnd type="none" w="med" len="med"/>
                    </a:lnB>
                    <a:solidFill>
                      <a:schemeClr val="bg1"/>
                    </a:solidFill>
                  </a:tcPr>
                </a:tc>
                <a:tc>
                  <a:txBody>
                    <a:bodyPr/>
                    <a:lstStyle/>
                    <a:p>
                      <a:pPr algn="ctr"/>
                      <a:r>
                        <a:rPr lang="en-US" altLang="zh-CN" sz="800" dirty="0" smtClean="0">
                          <a:latin typeface="Calibri" panose="020F0502020204030204" charset="0"/>
                          <a:ea typeface="微软雅黑" panose="020B0503020204020204" pitchFamily="34" charset="-122"/>
                          <a:cs typeface="Calibri" panose="020F0502020204030204" charset="0"/>
                        </a:rPr>
                        <a:t>set</a:t>
                      </a:r>
                    </a:p>
                  </a:txBody>
                  <a:tcPr anchor="ctr">
                    <a:lnL w="6350" cap="flat" cmpd="sng" algn="ctr">
                      <a:solidFill>
                        <a:srgbClr val="0070C0"/>
                      </a:solidFill>
                      <a:prstDash val="solid"/>
                      <a:round/>
                      <a:headEnd type="none" w="med" len="med"/>
                      <a:tailEnd type="none" w="med" len="med"/>
                    </a:lnL>
                    <a:lnR w="6350" cap="flat" cmpd="sng" algn="ctr">
                      <a:solidFill>
                        <a:srgbClr val="0070C0"/>
                      </a:solidFill>
                      <a:prstDash val="solid"/>
                      <a:round/>
                      <a:headEnd type="none" w="med" len="med"/>
                      <a:tailEnd type="none" w="med" len="med"/>
                    </a:lnR>
                    <a:lnT w="6350" cap="flat" cmpd="sng" algn="ctr">
                      <a:solidFill>
                        <a:srgbClr val="0070C0"/>
                      </a:solidFill>
                      <a:prstDash val="solid"/>
                      <a:round/>
                      <a:headEnd type="none" w="med" len="med"/>
                      <a:tailEnd type="none" w="med" len="med"/>
                    </a:lnT>
                    <a:lnB w="6350" cap="flat" cmpd="sng" algn="ctr">
                      <a:solidFill>
                        <a:srgbClr val="0070C0"/>
                      </a:solidFill>
                      <a:prstDash val="solid"/>
                      <a:round/>
                      <a:headEnd type="none" w="med" len="med"/>
                      <a:tailEnd type="none" w="med" len="med"/>
                    </a:lnB>
                    <a:solidFill>
                      <a:schemeClr val="bg1"/>
                    </a:solidFill>
                  </a:tcPr>
                </a:tc>
                <a:tc>
                  <a:txBody>
                    <a:bodyPr/>
                    <a:lstStyle/>
                    <a:p>
                      <a:pPr algn="ctr"/>
                      <a:endParaRPr lang="zh-CN" altLang="en-US" sz="800" dirty="0">
                        <a:latin typeface="Calibri" panose="020F0502020204030204" charset="0"/>
                        <a:ea typeface="微软雅黑" panose="020B0503020204020204" pitchFamily="34" charset="-122"/>
                        <a:cs typeface="Calibri" panose="020F0502020204030204" charset="0"/>
                      </a:endParaRPr>
                    </a:p>
                  </a:txBody>
                  <a:tcPr anchor="ctr">
                    <a:lnL w="6350" cap="flat" cmpd="sng" algn="ctr">
                      <a:solidFill>
                        <a:srgbClr val="0070C0"/>
                      </a:solidFill>
                      <a:prstDash val="solid"/>
                      <a:round/>
                      <a:headEnd type="none" w="med" len="med"/>
                      <a:tailEnd type="none" w="med" len="med"/>
                    </a:lnL>
                    <a:lnR w="6350" cap="flat" cmpd="sng" algn="ctr">
                      <a:solidFill>
                        <a:srgbClr val="0070C0"/>
                      </a:solidFill>
                      <a:prstDash val="solid"/>
                      <a:round/>
                      <a:headEnd type="none" w="med" len="med"/>
                      <a:tailEnd type="none" w="med" len="med"/>
                    </a:lnR>
                    <a:lnT w="6350" cap="flat" cmpd="sng" algn="ctr">
                      <a:solidFill>
                        <a:srgbClr val="0070C0"/>
                      </a:solidFill>
                      <a:prstDash val="solid"/>
                      <a:round/>
                      <a:headEnd type="none" w="med" len="med"/>
                      <a:tailEnd type="none" w="med" len="med"/>
                    </a:lnT>
                    <a:lnB w="6350" cap="flat" cmpd="sng" algn="ctr">
                      <a:solidFill>
                        <a:srgbClr val="0070C0"/>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285776">
                <a:tc>
                  <a:txBody>
                    <a:bodyPr/>
                    <a:lstStyle/>
                    <a:p>
                      <a:pPr algn="ctr"/>
                      <a:r>
                        <a:rPr lang="en-US" altLang="zh-CN" sz="800" dirty="0" smtClean="0">
                          <a:latin typeface="Calibri" panose="020F0502020204030204" charset="0"/>
                          <a:ea typeface="微软雅黑" panose="020B0503020204020204" pitchFamily="34" charset="-122"/>
                          <a:cs typeface="Calibri" panose="020F0502020204030204" charset="0"/>
                        </a:rPr>
                        <a:t>2</a:t>
                      </a:r>
                    </a:p>
                  </a:txBody>
                  <a:tcPr anchor="ctr">
                    <a:lnL w="6350" cap="flat" cmpd="sng" algn="ctr">
                      <a:solidFill>
                        <a:srgbClr val="0070C0"/>
                      </a:solidFill>
                      <a:prstDash val="solid"/>
                      <a:round/>
                      <a:headEnd type="none" w="med" len="med"/>
                      <a:tailEnd type="none" w="med" len="med"/>
                    </a:lnL>
                    <a:lnR w="6350" cap="flat" cmpd="sng" algn="ctr">
                      <a:solidFill>
                        <a:srgbClr val="0070C0"/>
                      </a:solidFill>
                      <a:prstDash val="solid"/>
                      <a:round/>
                      <a:headEnd type="none" w="med" len="med"/>
                      <a:tailEnd type="none" w="med" len="med"/>
                    </a:lnR>
                    <a:lnT w="6350" cap="flat" cmpd="sng" algn="ctr">
                      <a:solidFill>
                        <a:srgbClr val="0070C0"/>
                      </a:solidFill>
                      <a:prstDash val="solid"/>
                      <a:round/>
                      <a:headEnd type="none" w="med" len="med"/>
                      <a:tailEnd type="none" w="med" len="med"/>
                    </a:lnT>
                    <a:lnB w="6350" cap="flat" cmpd="sng" algn="ctr">
                      <a:solidFill>
                        <a:srgbClr val="0070C0"/>
                      </a:solidFill>
                      <a:prstDash val="solid"/>
                      <a:round/>
                      <a:headEnd type="none" w="med" len="med"/>
                      <a:tailEnd type="none" w="med" len="med"/>
                    </a:lnB>
                    <a:solidFill>
                      <a:schemeClr val="bg1"/>
                    </a:solidFill>
                  </a:tcPr>
                </a:tc>
                <a:tc vMerge="1">
                  <a:txBody>
                    <a:bodyPr/>
                    <a:lstStyle/>
                    <a:p>
                      <a:endParaRPr lang="zh-CN"/>
                    </a:p>
                  </a:txBody>
                  <a:tcPr anchor="ctr">
                    <a:lnL w="6350" cap="flat" cmpd="sng" algn="ctr">
                      <a:solidFill>
                        <a:srgbClr val="0070C0"/>
                      </a:solidFill>
                      <a:prstDash val="solid"/>
                      <a:round/>
                      <a:headEnd type="none" w="med" len="med"/>
                      <a:tailEnd type="none" w="med" len="med"/>
                    </a:lnL>
                    <a:lnR w="6350" cap="flat" cmpd="sng" algn="ctr">
                      <a:solidFill>
                        <a:srgbClr val="0070C0"/>
                      </a:solidFill>
                      <a:prstDash val="solid"/>
                      <a:round/>
                      <a:headEnd type="none" w="med" len="med"/>
                      <a:tailEnd type="none" w="med" len="med"/>
                    </a:lnR>
                    <a:lnT w="6350" cap="flat" cmpd="sng" algn="ctr">
                      <a:solidFill>
                        <a:srgbClr val="0070C0"/>
                      </a:solidFill>
                      <a:prstDash val="solid"/>
                      <a:round/>
                      <a:headEnd type="none" w="med" len="med"/>
                      <a:tailEnd type="none" w="med" len="med"/>
                    </a:lnT>
                    <a:lnB w="6350" cap="flat" cmpd="sng" algn="ctr">
                      <a:solidFill>
                        <a:srgbClr val="0070C0"/>
                      </a:solidFill>
                      <a:prstDash val="solid"/>
                      <a:round/>
                      <a:headEnd type="none" w="med" len="med"/>
                      <a:tailEnd type="none" w="med" len="med"/>
                    </a:lnB>
                    <a:solidFill>
                      <a:schemeClr val="bg1"/>
                    </a:solidFill>
                  </a:tcPr>
                </a:tc>
                <a:tc>
                  <a:txBody>
                    <a:bodyPr/>
                    <a:lstStyle/>
                    <a:p>
                      <a:pPr algn="ctr"/>
                      <a:r>
                        <a:rPr lang="zh-CN" altLang="en-US" sz="800" dirty="0" smtClean="0">
                          <a:latin typeface="Calibri" panose="020F0502020204030204" charset="0"/>
                          <a:ea typeface="微软雅黑" panose="020B0503020204020204" pitchFamily="34" charset="-122"/>
                          <a:cs typeface="Calibri" panose="020F0502020204030204" charset="0"/>
                        </a:rPr>
                        <a:t>fiber optic cable</a:t>
                      </a:r>
                    </a:p>
                  </a:txBody>
                  <a:tcPr anchor="ctr">
                    <a:lnL w="6350" cap="flat" cmpd="sng" algn="ctr">
                      <a:solidFill>
                        <a:srgbClr val="0070C0"/>
                      </a:solidFill>
                      <a:prstDash val="solid"/>
                      <a:round/>
                      <a:headEnd type="none" w="med" len="med"/>
                      <a:tailEnd type="none" w="med" len="med"/>
                    </a:lnL>
                    <a:lnR w="6350" cap="flat" cmpd="sng" algn="ctr">
                      <a:solidFill>
                        <a:srgbClr val="0070C0"/>
                      </a:solidFill>
                      <a:prstDash val="solid"/>
                      <a:round/>
                      <a:headEnd type="none" w="med" len="med"/>
                      <a:tailEnd type="none" w="med" len="med"/>
                    </a:lnR>
                    <a:lnT w="6350" cap="flat" cmpd="sng" algn="ctr">
                      <a:solidFill>
                        <a:srgbClr val="0070C0"/>
                      </a:solidFill>
                      <a:prstDash val="solid"/>
                      <a:round/>
                      <a:headEnd type="none" w="med" len="med"/>
                      <a:tailEnd type="none" w="med" len="med"/>
                    </a:lnT>
                    <a:lnB w="6350" cap="flat" cmpd="sng" algn="ctr">
                      <a:solidFill>
                        <a:srgbClr val="0070C0"/>
                      </a:solidFill>
                      <a:prstDash val="solid"/>
                      <a:round/>
                      <a:headEnd type="none" w="med" len="med"/>
                      <a:tailEnd type="none" w="med" len="med"/>
                    </a:lnB>
                    <a:solidFill>
                      <a:schemeClr val="bg1"/>
                    </a:solidFill>
                  </a:tcPr>
                </a:tc>
                <a:tc>
                  <a:txBody>
                    <a:bodyPr/>
                    <a:lstStyle/>
                    <a:p>
                      <a:pPr algn="ctr"/>
                      <a:r>
                        <a:rPr lang="en-US" altLang="zh-CN" sz="800" dirty="0" smtClean="0">
                          <a:latin typeface="Calibri" panose="020F0502020204030204" charset="0"/>
                          <a:ea typeface="微软雅黑" panose="020B0503020204020204" pitchFamily="34" charset="-122"/>
                          <a:cs typeface="Calibri" panose="020F0502020204030204" charset="0"/>
                        </a:rPr>
                        <a:t>10m</a:t>
                      </a:r>
                    </a:p>
                  </a:txBody>
                  <a:tcPr anchor="ctr">
                    <a:lnL w="6350" cap="flat" cmpd="sng" algn="ctr">
                      <a:solidFill>
                        <a:srgbClr val="0070C0"/>
                      </a:solidFill>
                      <a:prstDash val="solid"/>
                      <a:round/>
                      <a:headEnd type="none" w="med" len="med"/>
                      <a:tailEnd type="none" w="med" len="med"/>
                    </a:lnL>
                    <a:lnR w="6350" cap="flat" cmpd="sng" algn="ctr">
                      <a:solidFill>
                        <a:srgbClr val="0070C0"/>
                      </a:solidFill>
                      <a:prstDash val="solid"/>
                      <a:round/>
                      <a:headEnd type="none" w="med" len="med"/>
                      <a:tailEnd type="none" w="med" len="med"/>
                    </a:lnR>
                    <a:lnT w="6350" cap="flat" cmpd="sng" algn="ctr">
                      <a:solidFill>
                        <a:srgbClr val="0070C0"/>
                      </a:solidFill>
                      <a:prstDash val="solid"/>
                      <a:round/>
                      <a:headEnd type="none" w="med" len="med"/>
                      <a:tailEnd type="none" w="med" len="med"/>
                    </a:lnT>
                    <a:lnB w="6350" cap="flat" cmpd="sng" algn="ctr">
                      <a:solidFill>
                        <a:srgbClr val="0070C0"/>
                      </a:solidFill>
                      <a:prstDash val="solid"/>
                      <a:round/>
                      <a:headEnd type="none" w="med" len="med"/>
                      <a:tailEnd type="none" w="med" len="med"/>
                    </a:lnB>
                    <a:solidFill>
                      <a:schemeClr val="bg1"/>
                    </a:solidFill>
                  </a:tcPr>
                </a:tc>
                <a:tc>
                  <a:txBody>
                    <a:bodyPr/>
                    <a:lstStyle/>
                    <a:p>
                      <a:pPr algn="ctr"/>
                      <a:r>
                        <a:rPr lang="en-US" altLang="zh-CN" sz="800" dirty="0" smtClean="0">
                          <a:latin typeface="Calibri" panose="020F0502020204030204" charset="0"/>
                          <a:ea typeface="微软雅黑" panose="020B0503020204020204" pitchFamily="34" charset="-122"/>
                          <a:cs typeface="Calibri" panose="020F0502020204030204" charset="0"/>
                        </a:rPr>
                        <a:t>1</a:t>
                      </a:r>
                    </a:p>
                  </a:txBody>
                  <a:tcPr anchor="ctr">
                    <a:lnL w="6350" cap="flat" cmpd="sng" algn="ctr">
                      <a:solidFill>
                        <a:srgbClr val="0070C0"/>
                      </a:solidFill>
                      <a:prstDash val="solid"/>
                      <a:round/>
                      <a:headEnd type="none" w="med" len="med"/>
                      <a:tailEnd type="none" w="med" len="med"/>
                    </a:lnL>
                    <a:lnR w="6350" cap="flat" cmpd="sng" algn="ctr">
                      <a:solidFill>
                        <a:srgbClr val="0070C0"/>
                      </a:solidFill>
                      <a:prstDash val="solid"/>
                      <a:round/>
                      <a:headEnd type="none" w="med" len="med"/>
                      <a:tailEnd type="none" w="med" len="med"/>
                    </a:lnR>
                    <a:lnT w="6350" cap="flat" cmpd="sng" algn="ctr">
                      <a:solidFill>
                        <a:srgbClr val="0070C0"/>
                      </a:solidFill>
                      <a:prstDash val="solid"/>
                      <a:round/>
                      <a:headEnd type="none" w="med" len="med"/>
                      <a:tailEnd type="none" w="med" len="med"/>
                    </a:lnT>
                    <a:lnB w="6350" cap="flat" cmpd="sng" algn="ctr">
                      <a:solidFill>
                        <a:srgbClr val="0070C0"/>
                      </a:solidFill>
                      <a:prstDash val="solid"/>
                      <a:round/>
                      <a:headEnd type="none" w="med" len="med"/>
                      <a:tailEnd type="none" w="med" len="med"/>
                    </a:lnB>
                    <a:solidFill>
                      <a:schemeClr val="bg1"/>
                    </a:solidFill>
                  </a:tcPr>
                </a:tc>
                <a:tc>
                  <a:txBody>
                    <a:bodyPr/>
                    <a:lstStyle/>
                    <a:p>
                      <a:pPr algn="ctr"/>
                      <a:r>
                        <a:rPr lang="en-US" altLang="zh-CN" sz="800" dirty="0" smtClean="0">
                          <a:latin typeface="Calibri" panose="020F0502020204030204" charset="0"/>
                          <a:ea typeface="微软雅黑" panose="020B0503020204020204" pitchFamily="34" charset="-122"/>
                          <a:cs typeface="Calibri" panose="020F0502020204030204" charset="0"/>
                        </a:rPr>
                        <a:t>piece</a:t>
                      </a:r>
                    </a:p>
                  </a:txBody>
                  <a:tcPr anchor="ctr">
                    <a:lnL w="6350" cap="flat" cmpd="sng" algn="ctr">
                      <a:solidFill>
                        <a:srgbClr val="0070C0"/>
                      </a:solidFill>
                      <a:prstDash val="solid"/>
                      <a:round/>
                      <a:headEnd type="none" w="med" len="med"/>
                      <a:tailEnd type="none" w="med" len="med"/>
                    </a:lnL>
                    <a:lnR w="6350" cap="flat" cmpd="sng" algn="ctr">
                      <a:solidFill>
                        <a:srgbClr val="0070C0"/>
                      </a:solidFill>
                      <a:prstDash val="solid"/>
                      <a:round/>
                      <a:headEnd type="none" w="med" len="med"/>
                      <a:tailEnd type="none" w="med" len="med"/>
                    </a:lnR>
                    <a:lnT w="6350" cap="flat" cmpd="sng" algn="ctr">
                      <a:solidFill>
                        <a:srgbClr val="0070C0"/>
                      </a:solidFill>
                      <a:prstDash val="solid"/>
                      <a:round/>
                      <a:headEnd type="none" w="med" len="med"/>
                      <a:tailEnd type="none" w="med" len="med"/>
                    </a:lnT>
                    <a:lnB w="6350" cap="flat" cmpd="sng" algn="ctr">
                      <a:solidFill>
                        <a:srgbClr val="0070C0"/>
                      </a:solidFill>
                      <a:prstDash val="solid"/>
                      <a:round/>
                      <a:headEnd type="none" w="med" len="med"/>
                      <a:tailEnd type="none" w="med" len="med"/>
                    </a:lnB>
                    <a:solidFill>
                      <a:schemeClr val="bg1"/>
                    </a:solidFill>
                  </a:tcPr>
                </a:tc>
                <a:tc>
                  <a:txBody>
                    <a:bodyPr/>
                    <a:lstStyle/>
                    <a:p>
                      <a:pPr algn="ctr"/>
                      <a:endParaRPr lang="zh-CN" altLang="en-US" sz="800">
                        <a:latin typeface="Calibri" panose="020F0502020204030204" charset="0"/>
                        <a:ea typeface="微软雅黑" panose="020B0503020204020204" pitchFamily="34" charset="-122"/>
                        <a:cs typeface="Calibri" panose="020F0502020204030204" charset="0"/>
                      </a:endParaRPr>
                    </a:p>
                  </a:txBody>
                  <a:tcPr anchor="ctr">
                    <a:lnL w="6350" cap="flat" cmpd="sng" algn="ctr">
                      <a:solidFill>
                        <a:srgbClr val="0070C0"/>
                      </a:solidFill>
                      <a:prstDash val="solid"/>
                      <a:round/>
                      <a:headEnd type="none" w="med" len="med"/>
                      <a:tailEnd type="none" w="med" len="med"/>
                    </a:lnL>
                    <a:lnR w="6350" cap="flat" cmpd="sng" algn="ctr">
                      <a:solidFill>
                        <a:srgbClr val="0070C0"/>
                      </a:solidFill>
                      <a:prstDash val="solid"/>
                      <a:round/>
                      <a:headEnd type="none" w="med" len="med"/>
                      <a:tailEnd type="none" w="med" len="med"/>
                    </a:lnR>
                    <a:lnT w="6350" cap="flat" cmpd="sng" algn="ctr">
                      <a:solidFill>
                        <a:srgbClr val="0070C0"/>
                      </a:solidFill>
                      <a:prstDash val="solid"/>
                      <a:round/>
                      <a:headEnd type="none" w="med" len="med"/>
                      <a:tailEnd type="none" w="med" len="med"/>
                    </a:lnT>
                    <a:lnB w="6350" cap="flat" cmpd="sng" algn="ctr">
                      <a:solidFill>
                        <a:srgbClr val="0070C0"/>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285776">
                <a:tc>
                  <a:txBody>
                    <a:bodyPr/>
                    <a:lstStyle/>
                    <a:p>
                      <a:pPr algn="ctr"/>
                      <a:r>
                        <a:rPr lang="en-US" altLang="zh-CN" sz="800" dirty="0" smtClean="0">
                          <a:latin typeface="Calibri" panose="020F0502020204030204" charset="0"/>
                          <a:ea typeface="微软雅黑" panose="020B0503020204020204" pitchFamily="34" charset="-122"/>
                          <a:cs typeface="Calibri" panose="020F0502020204030204" charset="0"/>
                        </a:rPr>
                        <a:t>3</a:t>
                      </a:r>
                    </a:p>
                  </a:txBody>
                  <a:tcPr anchor="ctr">
                    <a:lnL w="6350" cap="flat" cmpd="sng" algn="ctr">
                      <a:solidFill>
                        <a:srgbClr val="0070C0"/>
                      </a:solidFill>
                      <a:prstDash val="solid"/>
                      <a:round/>
                      <a:headEnd type="none" w="med" len="med"/>
                      <a:tailEnd type="none" w="med" len="med"/>
                    </a:lnL>
                    <a:lnR w="6350" cap="flat" cmpd="sng" algn="ctr">
                      <a:solidFill>
                        <a:srgbClr val="0070C0"/>
                      </a:solidFill>
                      <a:prstDash val="solid"/>
                      <a:round/>
                      <a:headEnd type="none" w="med" len="med"/>
                      <a:tailEnd type="none" w="med" len="med"/>
                    </a:lnR>
                    <a:lnT w="6350" cap="flat" cmpd="sng" algn="ctr">
                      <a:solidFill>
                        <a:srgbClr val="0070C0"/>
                      </a:solidFill>
                      <a:prstDash val="solid"/>
                      <a:round/>
                      <a:headEnd type="none" w="med" len="med"/>
                      <a:tailEnd type="none" w="med" len="med"/>
                    </a:lnT>
                    <a:lnB w="6350" cap="flat" cmpd="sng" algn="ctr">
                      <a:solidFill>
                        <a:srgbClr val="0070C0"/>
                      </a:solidFill>
                      <a:prstDash val="solid"/>
                      <a:round/>
                      <a:headEnd type="none" w="med" len="med"/>
                      <a:tailEnd type="none" w="med" len="med"/>
                    </a:lnB>
                    <a:solidFill>
                      <a:schemeClr val="bg1"/>
                    </a:solidFill>
                  </a:tcPr>
                </a:tc>
                <a:tc vMerge="1">
                  <a:txBody>
                    <a:bodyPr/>
                    <a:lstStyle/>
                    <a:p>
                      <a:endParaRPr lang="zh-CN"/>
                    </a:p>
                  </a:txBody>
                  <a:tcPr anchor="ctr">
                    <a:lnL w="6350" cap="flat" cmpd="sng" algn="ctr">
                      <a:solidFill>
                        <a:srgbClr val="0070C0"/>
                      </a:solidFill>
                      <a:prstDash val="solid"/>
                      <a:round/>
                      <a:headEnd type="none" w="med" len="med"/>
                      <a:tailEnd type="none" w="med" len="med"/>
                    </a:lnL>
                    <a:lnR w="6350" cap="flat" cmpd="sng" algn="ctr">
                      <a:solidFill>
                        <a:srgbClr val="0070C0"/>
                      </a:solidFill>
                      <a:prstDash val="solid"/>
                      <a:round/>
                      <a:headEnd type="none" w="med" len="med"/>
                      <a:tailEnd type="none" w="med" len="med"/>
                    </a:lnR>
                    <a:lnT w="6350" cap="flat" cmpd="sng" algn="ctr">
                      <a:solidFill>
                        <a:srgbClr val="0070C0"/>
                      </a:solidFill>
                      <a:prstDash val="solid"/>
                      <a:round/>
                      <a:headEnd type="none" w="med" len="med"/>
                      <a:tailEnd type="none" w="med" len="med"/>
                    </a:lnT>
                    <a:lnB w="6350" cap="flat" cmpd="sng" algn="ctr">
                      <a:solidFill>
                        <a:srgbClr val="0070C0"/>
                      </a:solidFill>
                      <a:prstDash val="solid"/>
                      <a:round/>
                      <a:headEnd type="none" w="med" len="med"/>
                      <a:tailEnd type="none" w="med" len="med"/>
                    </a:lnB>
                    <a:solidFill>
                      <a:schemeClr val="bg1"/>
                    </a:solidFill>
                  </a:tcPr>
                </a:tc>
                <a:tc>
                  <a:txBody>
                    <a:bodyPr/>
                    <a:lstStyle/>
                    <a:p>
                      <a:pPr algn="ctr"/>
                      <a:r>
                        <a:rPr lang="zh-CN" altLang="en-US" sz="800" dirty="0" smtClean="0">
                          <a:latin typeface="Calibri" panose="020F0502020204030204" charset="0"/>
                          <a:ea typeface="微软雅黑" panose="020B0503020204020204" pitchFamily="34" charset="-122"/>
                          <a:cs typeface="Calibri" panose="020F0502020204030204" charset="0"/>
                        </a:rPr>
                        <a:t>Control System</a:t>
                      </a:r>
                    </a:p>
                  </a:txBody>
                  <a:tcPr anchor="ctr">
                    <a:lnL w="6350" cap="flat" cmpd="sng" algn="ctr">
                      <a:solidFill>
                        <a:srgbClr val="0070C0"/>
                      </a:solidFill>
                      <a:prstDash val="solid"/>
                      <a:round/>
                      <a:headEnd type="none" w="med" len="med"/>
                      <a:tailEnd type="none" w="med" len="med"/>
                    </a:lnL>
                    <a:lnR w="6350" cap="flat" cmpd="sng" algn="ctr">
                      <a:solidFill>
                        <a:srgbClr val="0070C0"/>
                      </a:solidFill>
                      <a:prstDash val="solid"/>
                      <a:round/>
                      <a:headEnd type="none" w="med" len="med"/>
                      <a:tailEnd type="none" w="med" len="med"/>
                    </a:lnR>
                    <a:lnT w="6350" cap="flat" cmpd="sng" algn="ctr">
                      <a:solidFill>
                        <a:srgbClr val="0070C0"/>
                      </a:solidFill>
                      <a:prstDash val="solid"/>
                      <a:round/>
                      <a:headEnd type="none" w="med" len="med"/>
                      <a:tailEnd type="none" w="med" len="med"/>
                    </a:lnT>
                    <a:lnB w="6350" cap="flat" cmpd="sng" algn="ctr">
                      <a:solidFill>
                        <a:srgbClr val="0070C0"/>
                      </a:solidFill>
                      <a:prstDash val="solid"/>
                      <a:round/>
                      <a:headEnd type="none" w="med" len="med"/>
                      <a:tailEnd type="none" w="med" len="med"/>
                    </a:lnB>
                    <a:solidFill>
                      <a:schemeClr val="bg1"/>
                    </a:solidFill>
                  </a:tcPr>
                </a:tc>
                <a:tc>
                  <a:txBody>
                    <a:bodyPr/>
                    <a:lstStyle/>
                    <a:p>
                      <a:pPr algn="ctr"/>
                      <a:r>
                        <a:rPr lang="zh-CN" altLang="en-US" sz="800" dirty="0" smtClean="0">
                          <a:latin typeface="Calibri" panose="020F0502020204030204" charset="0"/>
                          <a:ea typeface="微软雅黑" panose="020B0503020204020204" pitchFamily="34" charset="-122"/>
                          <a:cs typeface="Calibri" panose="020F0502020204030204" charset="0"/>
                        </a:rPr>
                        <a:t>Han's laser customization</a:t>
                      </a:r>
                    </a:p>
                  </a:txBody>
                  <a:tcPr anchor="ctr">
                    <a:lnL w="6350" cap="flat" cmpd="sng" algn="ctr">
                      <a:solidFill>
                        <a:srgbClr val="0070C0"/>
                      </a:solidFill>
                      <a:prstDash val="solid"/>
                      <a:round/>
                      <a:headEnd type="none" w="med" len="med"/>
                      <a:tailEnd type="none" w="med" len="med"/>
                    </a:lnL>
                    <a:lnR w="6350" cap="flat" cmpd="sng" algn="ctr">
                      <a:solidFill>
                        <a:srgbClr val="0070C0"/>
                      </a:solidFill>
                      <a:prstDash val="solid"/>
                      <a:round/>
                      <a:headEnd type="none" w="med" len="med"/>
                      <a:tailEnd type="none" w="med" len="med"/>
                    </a:lnR>
                    <a:lnT w="6350" cap="flat" cmpd="sng" algn="ctr">
                      <a:solidFill>
                        <a:srgbClr val="0070C0"/>
                      </a:solidFill>
                      <a:prstDash val="solid"/>
                      <a:round/>
                      <a:headEnd type="none" w="med" len="med"/>
                      <a:tailEnd type="none" w="med" len="med"/>
                    </a:lnT>
                    <a:lnB w="6350" cap="flat" cmpd="sng" algn="ctr">
                      <a:solidFill>
                        <a:srgbClr val="0070C0"/>
                      </a:solidFill>
                      <a:prstDash val="solid"/>
                      <a:round/>
                      <a:headEnd type="none" w="med" len="med"/>
                      <a:tailEnd type="none" w="med" len="med"/>
                    </a:lnB>
                    <a:solidFill>
                      <a:schemeClr val="bg1"/>
                    </a:solidFill>
                  </a:tcPr>
                </a:tc>
                <a:tc>
                  <a:txBody>
                    <a:bodyPr/>
                    <a:lstStyle/>
                    <a:p>
                      <a:pPr algn="ctr"/>
                      <a:r>
                        <a:rPr lang="en-US" altLang="zh-CN" sz="800" dirty="0" smtClean="0">
                          <a:latin typeface="Calibri" panose="020F0502020204030204" charset="0"/>
                          <a:ea typeface="微软雅黑" panose="020B0503020204020204" pitchFamily="34" charset="-122"/>
                          <a:cs typeface="Calibri" panose="020F0502020204030204" charset="0"/>
                        </a:rPr>
                        <a:t>1</a:t>
                      </a:r>
                    </a:p>
                  </a:txBody>
                  <a:tcPr anchor="ctr">
                    <a:lnL w="6350" cap="flat" cmpd="sng" algn="ctr">
                      <a:solidFill>
                        <a:srgbClr val="0070C0"/>
                      </a:solidFill>
                      <a:prstDash val="solid"/>
                      <a:round/>
                      <a:headEnd type="none" w="med" len="med"/>
                      <a:tailEnd type="none" w="med" len="med"/>
                    </a:lnL>
                    <a:lnR w="6350" cap="flat" cmpd="sng" algn="ctr">
                      <a:solidFill>
                        <a:srgbClr val="0070C0"/>
                      </a:solidFill>
                      <a:prstDash val="solid"/>
                      <a:round/>
                      <a:headEnd type="none" w="med" len="med"/>
                      <a:tailEnd type="none" w="med" len="med"/>
                    </a:lnR>
                    <a:lnT w="6350" cap="flat" cmpd="sng" algn="ctr">
                      <a:solidFill>
                        <a:srgbClr val="0070C0"/>
                      </a:solidFill>
                      <a:prstDash val="solid"/>
                      <a:round/>
                      <a:headEnd type="none" w="med" len="med"/>
                      <a:tailEnd type="none" w="med" len="med"/>
                    </a:lnT>
                    <a:lnB w="6350" cap="flat" cmpd="sng" algn="ctr">
                      <a:solidFill>
                        <a:srgbClr val="0070C0"/>
                      </a:solidFill>
                      <a:prstDash val="solid"/>
                      <a:round/>
                      <a:headEnd type="none" w="med" len="med"/>
                      <a:tailEnd type="none" w="med" len="med"/>
                    </a:lnB>
                    <a:solidFill>
                      <a:schemeClr val="bg1"/>
                    </a:solidFill>
                  </a:tcPr>
                </a:tc>
                <a:tc>
                  <a:txBody>
                    <a:bodyPr/>
                    <a:lstStyle/>
                    <a:p>
                      <a:pPr algn="ctr"/>
                      <a:r>
                        <a:rPr lang="en-US" altLang="zh-CN" sz="800" dirty="0" smtClean="0">
                          <a:latin typeface="Calibri" panose="020F0502020204030204" charset="0"/>
                          <a:ea typeface="微软雅黑" panose="020B0503020204020204" pitchFamily="34" charset="-122"/>
                          <a:cs typeface="Calibri" panose="020F0502020204030204" charset="0"/>
                        </a:rPr>
                        <a:t>set</a:t>
                      </a:r>
                    </a:p>
                  </a:txBody>
                  <a:tcPr anchor="ctr">
                    <a:lnL w="6350" cap="flat" cmpd="sng" algn="ctr">
                      <a:solidFill>
                        <a:srgbClr val="0070C0"/>
                      </a:solidFill>
                      <a:prstDash val="solid"/>
                      <a:round/>
                      <a:headEnd type="none" w="med" len="med"/>
                      <a:tailEnd type="none" w="med" len="med"/>
                    </a:lnL>
                    <a:lnR w="6350" cap="flat" cmpd="sng" algn="ctr">
                      <a:solidFill>
                        <a:srgbClr val="0070C0"/>
                      </a:solidFill>
                      <a:prstDash val="solid"/>
                      <a:round/>
                      <a:headEnd type="none" w="med" len="med"/>
                      <a:tailEnd type="none" w="med" len="med"/>
                    </a:lnR>
                    <a:lnT w="6350" cap="flat" cmpd="sng" algn="ctr">
                      <a:solidFill>
                        <a:srgbClr val="0070C0"/>
                      </a:solidFill>
                      <a:prstDash val="solid"/>
                      <a:round/>
                      <a:headEnd type="none" w="med" len="med"/>
                      <a:tailEnd type="none" w="med" len="med"/>
                    </a:lnT>
                    <a:lnB w="6350" cap="flat" cmpd="sng" algn="ctr">
                      <a:solidFill>
                        <a:srgbClr val="0070C0"/>
                      </a:solidFill>
                      <a:prstDash val="solid"/>
                      <a:round/>
                      <a:headEnd type="none" w="med" len="med"/>
                      <a:tailEnd type="none" w="med" len="med"/>
                    </a:lnB>
                    <a:solidFill>
                      <a:schemeClr val="bg1"/>
                    </a:solidFill>
                  </a:tcPr>
                </a:tc>
                <a:tc>
                  <a:txBody>
                    <a:bodyPr/>
                    <a:lstStyle/>
                    <a:p>
                      <a:pPr algn="ctr"/>
                      <a:endParaRPr lang="zh-CN" altLang="en-US" sz="800" dirty="0">
                        <a:latin typeface="Calibri" panose="020F0502020204030204" charset="0"/>
                        <a:ea typeface="微软雅黑" panose="020B0503020204020204" pitchFamily="34" charset="-122"/>
                        <a:cs typeface="Calibri" panose="020F0502020204030204" charset="0"/>
                      </a:endParaRPr>
                    </a:p>
                  </a:txBody>
                  <a:tcPr anchor="ctr">
                    <a:lnL w="6350" cap="flat" cmpd="sng" algn="ctr">
                      <a:solidFill>
                        <a:srgbClr val="0070C0"/>
                      </a:solidFill>
                      <a:prstDash val="solid"/>
                      <a:round/>
                      <a:headEnd type="none" w="med" len="med"/>
                      <a:tailEnd type="none" w="med" len="med"/>
                    </a:lnL>
                    <a:lnR w="6350" cap="flat" cmpd="sng" algn="ctr">
                      <a:solidFill>
                        <a:srgbClr val="0070C0"/>
                      </a:solidFill>
                      <a:prstDash val="solid"/>
                      <a:round/>
                      <a:headEnd type="none" w="med" len="med"/>
                      <a:tailEnd type="none" w="med" len="med"/>
                    </a:lnR>
                    <a:lnT w="6350" cap="flat" cmpd="sng" algn="ctr">
                      <a:solidFill>
                        <a:srgbClr val="0070C0"/>
                      </a:solidFill>
                      <a:prstDash val="solid"/>
                      <a:round/>
                      <a:headEnd type="none" w="med" len="med"/>
                      <a:tailEnd type="none" w="med" len="med"/>
                    </a:lnT>
                    <a:lnB w="6350" cap="flat" cmpd="sng" algn="ctr">
                      <a:solidFill>
                        <a:srgbClr val="0070C0"/>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285776">
                <a:tc>
                  <a:txBody>
                    <a:bodyPr/>
                    <a:lstStyle/>
                    <a:p>
                      <a:pPr algn="ctr"/>
                      <a:r>
                        <a:rPr lang="en-US" altLang="zh-CN" sz="800" dirty="0" smtClean="0">
                          <a:latin typeface="Calibri" panose="020F0502020204030204" charset="0"/>
                          <a:ea typeface="微软雅黑" panose="020B0503020204020204" pitchFamily="34" charset="-122"/>
                          <a:cs typeface="Calibri" panose="020F0502020204030204" charset="0"/>
                        </a:rPr>
                        <a:t>4</a:t>
                      </a:r>
                    </a:p>
                  </a:txBody>
                  <a:tcPr anchor="ctr">
                    <a:lnL w="6350" cap="flat" cmpd="sng" algn="ctr">
                      <a:solidFill>
                        <a:srgbClr val="0070C0"/>
                      </a:solidFill>
                      <a:prstDash val="solid"/>
                      <a:round/>
                      <a:headEnd type="none" w="med" len="med"/>
                      <a:tailEnd type="none" w="med" len="med"/>
                    </a:lnL>
                    <a:lnR w="6350" cap="flat" cmpd="sng" algn="ctr">
                      <a:solidFill>
                        <a:srgbClr val="0070C0"/>
                      </a:solidFill>
                      <a:prstDash val="solid"/>
                      <a:round/>
                      <a:headEnd type="none" w="med" len="med"/>
                      <a:tailEnd type="none" w="med" len="med"/>
                    </a:lnR>
                    <a:lnT w="6350" cap="flat" cmpd="sng" algn="ctr">
                      <a:solidFill>
                        <a:srgbClr val="0070C0"/>
                      </a:solidFill>
                      <a:prstDash val="solid"/>
                      <a:round/>
                      <a:headEnd type="none" w="med" len="med"/>
                      <a:tailEnd type="none" w="med" len="med"/>
                    </a:lnT>
                    <a:lnB w="6350" cap="flat" cmpd="sng" algn="ctr">
                      <a:solidFill>
                        <a:srgbClr val="0070C0"/>
                      </a:solidFill>
                      <a:prstDash val="solid"/>
                      <a:round/>
                      <a:headEnd type="none" w="med" len="med"/>
                      <a:tailEnd type="none" w="med" len="med"/>
                    </a:lnB>
                    <a:solidFill>
                      <a:schemeClr val="bg1"/>
                    </a:solidFill>
                  </a:tcPr>
                </a:tc>
                <a:tc vMerge="1">
                  <a:txBody>
                    <a:bodyPr/>
                    <a:lstStyle/>
                    <a:p>
                      <a:endParaRPr lang="zh-CN"/>
                    </a:p>
                  </a:txBody>
                  <a:tcPr anchor="ctr">
                    <a:lnL w="6350" cap="flat" cmpd="sng" algn="ctr">
                      <a:solidFill>
                        <a:srgbClr val="0070C0"/>
                      </a:solidFill>
                      <a:prstDash val="solid"/>
                      <a:round/>
                      <a:headEnd type="none" w="med" len="med"/>
                      <a:tailEnd type="none" w="med" len="med"/>
                    </a:lnL>
                    <a:lnR w="6350" cap="flat" cmpd="sng" algn="ctr">
                      <a:solidFill>
                        <a:srgbClr val="0070C0"/>
                      </a:solidFill>
                      <a:prstDash val="solid"/>
                      <a:round/>
                      <a:headEnd type="none" w="med" len="med"/>
                      <a:tailEnd type="none" w="med" len="med"/>
                    </a:lnR>
                    <a:lnT w="6350" cap="flat" cmpd="sng" algn="ctr">
                      <a:solidFill>
                        <a:srgbClr val="0070C0"/>
                      </a:solidFill>
                      <a:prstDash val="solid"/>
                      <a:round/>
                      <a:headEnd type="none" w="med" len="med"/>
                      <a:tailEnd type="none" w="med" len="med"/>
                    </a:lnT>
                    <a:lnB w="6350" cap="flat" cmpd="sng" algn="ctr">
                      <a:solidFill>
                        <a:srgbClr val="0070C0"/>
                      </a:solidFill>
                      <a:prstDash val="solid"/>
                      <a:round/>
                      <a:headEnd type="none" w="med" len="med"/>
                      <a:tailEnd type="none" w="med" len="med"/>
                    </a:lnB>
                    <a:solidFill>
                      <a:schemeClr val="bg1"/>
                    </a:solidFill>
                  </a:tcPr>
                </a:tc>
                <a:tc>
                  <a:txBody>
                    <a:bodyPr/>
                    <a:lstStyle/>
                    <a:p>
                      <a:pPr algn="ctr"/>
                      <a:r>
                        <a:rPr lang="zh-CN" altLang="en-US" sz="800" dirty="0" smtClean="0">
                          <a:latin typeface="Calibri" panose="020F0502020204030204" charset="0"/>
                          <a:ea typeface="微软雅黑" panose="020B0503020204020204" pitchFamily="34" charset="-122"/>
                          <a:cs typeface="Calibri" panose="020F0502020204030204" charset="0"/>
                        </a:rPr>
                        <a:t>cooling system</a:t>
                      </a:r>
                    </a:p>
                  </a:txBody>
                  <a:tcPr anchor="ctr">
                    <a:lnL w="6350" cap="flat" cmpd="sng" algn="ctr">
                      <a:solidFill>
                        <a:srgbClr val="0070C0"/>
                      </a:solidFill>
                      <a:prstDash val="solid"/>
                      <a:round/>
                      <a:headEnd type="none" w="med" len="med"/>
                      <a:tailEnd type="none" w="med" len="med"/>
                    </a:lnL>
                    <a:lnR w="6350" cap="flat" cmpd="sng" algn="ctr">
                      <a:solidFill>
                        <a:srgbClr val="0070C0"/>
                      </a:solidFill>
                      <a:prstDash val="solid"/>
                      <a:round/>
                      <a:headEnd type="none" w="med" len="med"/>
                      <a:tailEnd type="none" w="med" len="med"/>
                    </a:lnR>
                    <a:lnT w="6350" cap="flat" cmpd="sng" algn="ctr">
                      <a:solidFill>
                        <a:srgbClr val="0070C0"/>
                      </a:solidFill>
                      <a:prstDash val="solid"/>
                      <a:round/>
                      <a:headEnd type="none" w="med" len="med"/>
                      <a:tailEnd type="none" w="med" len="med"/>
                    </a:lnT>
                    <a:lnB w="6350" cap="flat" cmpd="sng" algn="ctr">
                      <a:solidFill>
                        <a:srgbClr val="0070C0"/>
                      </a:solidFill>
                      <a:prstDash val="solid"/>
                      <a:round/>
                      <a:headEnd type="none" w="med" len="med"/>
                      <a:tailEnd type="none" w="med" len="med"/>
                    </a:lnB>
                    <a:solidFill>
                      <a:schemeClr val="bg1"/>
                    </a:solidFill>
                  </a:tcPr>
                </a:tc>
                <a:tc>
                  <a:txBody>
                    <a:bodyPr/>
                    <a:lstStyle/>
                    <a:p>
                      <a:pPr algn="ctr"/>
                      <a:r>
                        <a:rPr lang="zh-CN" altLang="en-US" sz="800" dirty="0" smtClean="0">
                          <a:latin typeface="Calibri" panose="020F0502020204030204" charset="0"/>
                          <a:ea typeface="微软雅黑" panose="020B0503020204020204" pitchFamily="34" charset="-122"/>
                          <a:cs typeface="Calibri" panose="020F0502020204030204" charset="0"/>
                        </a:rPr>
                        <a:t>Water cooler cooling capacity</a:t>
                      </a:r>
                    </a:p>
                    <a:p>
                      <a:pPr algn="ctr"/>
                      <a:r>
                        <a:rPr lang="en-US" altLang="zh-CN" sz="800" dirty="0" smtClean="0">
                          <a:latin typeface="Calibri" panose="020F0502020204030204" charset="0"/>
                          <a:ea typeface="微软雅黑" panose="020B0503020204020204" pitchFamily="34" charset="-122"/>
                          <a:cs typeface="Calibri" panose="020F0502020204030204" charset="0"/>
                        </a:rPr>
                        <a:t>4kW/5.2kW/7.5kW</a:t>
                      </a:r>
                    </a:p>
                  </a:txBody>
                  <a:tcPr anchor="ctr">
                    <a:lnL w="6350" cap="flat" cmpd="sng" algn="ctr">
                      <a:solidFill>
                        <a:srgbClr val="0070C0"/>
                      </a:solidFill>
                      <a:prstDash val="solid"/>
                      <a:round/>
                      <a:headEnd type="none" w="med" len="med"/>
                      <a:tailEnd type="none" w="med" len="med"/>
                    </a:lnL>
                    <a:lnR w="6350" cap="flat" cmpd="sng" algn="ctr">
                      <a:solidFill>
                        <a:srgbClr val="0070C0"/>
                      </a:solidFill>
                      <a:prstDash val="solid"/>
                      <a:round/>
                      <a:headEnd type="none" w="med" len="med"/>
                      <a:tailEnd type="none" w="med" len="med"/>
                    </a:lnR>
                    <a:lnT w="6350" cap="flat" cmpd="sng" algn="ctr">
                      <a:solidFill>
                        <a:srgbClr val="0070C0"/>
                      </a:solidFill>
                      <a:prstDash val="solid"/>
                      <a:round/>
                      <a:headEnd type="none" w="med" len="med"/>
                      <a:tailEnd type="none" w="med" len="med"/>
                    </a:lnT>
                    <a:lnB w="6350" cap="flat" cmpd="sng" algn="ctr">
                      <a:solidFill>
                        <a:srgbClr val="0070C0"/>
                      </a:solidFill>
                      <a:prstDash val="solid"/>
                      <a:round/>
                      <a:headEnd type="none" w="med" len="med"/>
                      <a:tailEnd type="none" w="med" len="med"/>
                    </a:lnB>
                    <a:solidFill>
                      <a:schemeClr val="bg1"/>
                    </a:solidFill>
                  </a:tcPr>
                </a:tc>
                <a:tc>
                  <a:txBody>
                    <a:bodyPr/>
                    <a:lstStyle/>
                    <a:p>
                      <a:pPr algn="ctr"/>
                      <a:r>
                        <a:rPr lang="en-US" altLang="zh-CN" sz="800" dirty="0" smtClean="0">
                          <a:latin typeface="Calibri" panose="020F0502020204030204" charset="0"/>
                          <a:ea typeface="微软雅黑" panose="020B0503020204020204" pitchFamily="34" charset="-122"/>
                          <a:cs typeface="Calibri" panose="020F0502020204030204" charset="0"/>
                        </a:rPr>
                        <a:t>1</a:t>
                      </a:r>
                    </a:p>
                  </a:txBody>
                  <a:tcPr anchor="ctr">
                    <a:lnL w="6350" cap="flat" cmpd="sng" algn="ctr">
                      <a:solidFill>
                        <a:srgbClr val="0070C0"/>
                      </a:solidFill>
                      <a:prstDash val="solid"/>
                      <a:round/>
                      <a:headEnd type="none" w="med" len="med"/>
                      <a:tailEnd type="none" w="med" len="med"/>
                    </a:lnL>
                    <a:lnR w="6350" cap="flat" cmpd="sng" algn="ctr">
                      <a:solidFill>
                        <a:srgbClr val="0070C0"/>
                      </a:solidFill>
                      <a:prstDash val="solid"/>
                      <a:round/>
                      <a:headEnd type="none" w="med" len="med"/>
                      <a:tailEnd type="none" w="med" len="med"/>
                    </a:lnR>
                    <a:lnT w="6350" cap="flat" cmpd="sng" algn="ctr">
                      <a:solidFill>
                        <a:srgbClr val="0070C0"/>
                      </a:solidFill>
                      <a:prstDash val="solid"/>
                      <a:round/>
                      <a:headEnd type="none" w="med" len="med"/>
                      <a:tailEnd type="none" w="med" len="med"/>
                    </a:lnT>
                    <a:lnB w="6350" cap="flat" cmpd="sng" algn="ctr">
                      <a:solidFill>
                        <a:srgbClr val="0070C0"/>
                      </a:solidFill>
                      <a:prstDash val="solid"/>
                      <a:round/>
                      <a:headEnd type="none" w="med" len="med"/>
                      <a:tailEnd type="none" w="med" len="med"/>
                    </a:lnB>
                    <a:solidFill>
                      <a:schemeClr val="bg1"/>
                    </a:solidFill>
                  </a:tcPr>
                </a:tc>
                <a:tc>
                  <a:txBody>
                    <a:bodyPr/>
                    <a:lstStyle/>
                    <a:p>
                      <a:pPr algn="ctr"/>
                      <a:r>
                        <a:rPr lang="en-US" altLang="zh-CN" sz="800" dirty="0" smtClean="0">
                          <a:latin typeface="Calibri" panose="020F0502020204030204" charset="0"/>
                          <a:ea typeface="微软雅黑" panose="020B0503020204020204" pitchFamily="34" charset="-122"/>
                          <a:cs typeface="Calibri" panose="020F0502020204030204" charset="0"/>
                          <a:sym typeface="+mn-ea"/>
                        </a:rPr>
                        <a:t>set</a:t>
                      </a:r>
                    </a:p>
                  </a:txBody>
                  <a:tcPr anchor="ctr">
                    <a:lnL w="6350" cap="flat" cmpd="sng" algn="ctr">
                      <a:solidFill>
                        <a:srgbClr val="0070C0"/>
                      </a:solidFill>
                      <a:prstDash val="solid"/>
                      <a:round/>
                      <a:headEnd type="none" w="med" len="med"/>
                      <a:tailEnd type="none" w="med" len="med"/>
                    </a:lnL>
                    <a:lnR w="6350" cap="flat" cmpd="sng" algn="ctr">
                      <a:solidFill>
                        <a:srgbClr val="0070C0"/>
                      </a:solidFill>
                      <a:prstDash val="solid"/>
                      <a:round/>
                      <a:headEnd type="none" w="med" len="med"/>
                      <a:tailEnd type="none" w="med" len="med"/>
                    </a:lnR>
                    <a:lnT w="6350" cap="flat" cmpd="sng" algn="ctr">
                      <a:solidFill>
                        <a:srgbClr val="0070C0"/>
                      </a:solidFill>
                      <a:prstDash val="solid"/>
                      <a:round/>
                      <a:headEnd type="none" w="med" len="med"/>
                      <a:tailEnd type="none" w="med" len="med"/>
                    </a:lnT>
                    <a:lnB w="6350" cap="flat" cmpd="sng" algn="ctr">
                      <a:solidFill>
                        <a:srgbClr val="0070C0"/>
                      </a:solidFill>
                      <a:prstDash val="solid"/>
                      <a:round/>
                      <a:headEnd type="none" w="med" len="med"/>
                      <a:tailEnd type="none" w="med" len="med"/>
                    </a:lnB>
                    <a:solidFill>
                      <a:schemeClr val="bg1"/>
                    </a:solidFill>
                  </a:tcPr>
                </a:tc>
                <a:tc>
                  <a:txBody>
                    <a:bodyPr/>
                    <a:lstStyle/>
                    <a:p>
                      <a:pPr algn="ctr"/>
                      <a:endParaRPr lang="zh-CN" altLang="en-US" sz="800" dirty="0">
                        <a:latin typeface="Calibri" panose="020F0502020204030204" charset="0"/>
                        <a:ea typeface="微软雅黑" panose="020B0503020204020204" pitchFamily="34" charset="-122"/>
                        <a:cs typeface="Calibri" panose="020F0502020204030204" charset="0"/>
                      </a:endParaRPr>
                    </a:p>
                  </a:txBody>
                  <a:tcPr anchor="ctr">
                    <a:lnL w="6350" cap="flat" cmpd="sng" algn="ctr">
                      <a:solidFill>
                        <a:srgbClr val="0070C0"/>
                      </a:solidFill>
                      <a:prstDash val="solid"/>
                      <a:round/>
                      <a:headEnd type="none" w="med" len="med"/>
                      <a:tailEnd type="none" w="med" len="med"/>
                    </a:lnL>
                    <a:lnR w="6350" cap="flat" cmpd="sng" algn="ctr">
                      <a:solidFill>
                        <a:srgbClr val="0070C0"/>
                      </a:solidFill>
                      <a:prstDash val="solid"/>
                      <a:round/>
                      <a:headEnd type="none" w="med" len="med"/>
                      <a:tailEnd type="none" w="med" len="med"/>
                    </a:lnR>
                    <a:lnT w="6350" cap="flat" cmpd="sng" algn="ctr">
                      <a:solidFill>
                        <a:srgbClr val="0070C0"/>
                      </a:solidFill>
                      <a:prstDash val="solid"/>
                      <a:round/>
                      <a:headEnd type="none" w="med" len="med"/>
                      <a:tailEnd type="none" w="med" len="med"/>
                    </a:lnT>
                    <a:lnB w="6350" cap="flat" cmpd="sng" algn="ctr">
                      <a:solidFill>
                        <a:srgbClr val="0070C0"/>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285776">
                <a:tc>
                  <a:txBody>
                    <a:bodyPr/>
                    <a:lstStyle/>
                    <a:p>
                      <a:pPr algn="ctr"/>
                      <a:r>
                        <a:rPr lang="en-US" altLang="zh-CN" sz="800" dirty="0" smtClean="0">
                          <a:latin typeface="Calibri" panose="020F0502020204030204" charset="0"/>
                          <a:ea typeface="微软雅黑" panose="020B0503020204020204" pitchFamily="34" charset="-122"/>
                          <a:cs typeface="Calibri" panose="020F0502020204030204" charset="0"/>
                        </a:rPr>
                        <a:t>5</a:t>
                      </a:r>
                    </a:p>
                  </a:txBody>
                  <a:tcPr anchor="ctr">
                    <a:lnL w="6350" cap="flat" cmpd="sng" algn="ctr">
                      <a:solidFill>
                        <a:srgbClr val="0070C0"/>
                      </a:solidFill>
                      <a:prstDash val="solid"/>
                      <a:round/>
                      <a:headEnd type="none" w="med" len="med"/>
                      <a:tailEnd type="none" w="med" len="med"/>
                    </a:lnL>
                    <a:lnR w="6350" cap="flat" cmpd="sng" algn="ctr">
                      <a:solidFill>
                        <a:srgbClr val="0070C0"/>
                      </a:solidFill>
                      <a:prstDash val="solid"/>
                      <a:round/>
                      <a:headEnd type="none" w="med" len="med"/>
                      <a:tailEnd type="none" w="med" len="med"/>
                    </a:lnR>
                    <a:lnT w="6350" cap="flat" cmpd="sng" algn="ctr">
                      <a:solidFill>
                        <a:srgbClr val="0070C0"/>
                      </a:solidFill>
                      <a:prstDash val="solid"/>
                      <a:round/>
                      <a:headEnd type="none" w="med" len="med"/>
                      <a:tailEnd type="none" w="med" len="med"/>
                    </a:lnT>
                    <a:lnB w="6350" cap="flat" cmpd="sng" algn="ctr">
                      <a:solidFill>
                        <a:srgbClr val="0070C0"/>
                      </a:solidFill>
                      <a:prstDash val="solid"/>
                      <a:round/>
                      <a:headEnd type="none" w="med" len="med"/>
                      <a:tailEnd type="none" w="med" len="med"/>
                    </a:lnB>
                    <a:solidFill>
                      <a:schemeClr val="bg1"/>
                    </a:solidFill>
                  </a:tcPr>
                </a:tc>
                <a:tc gridSpan="2">
                  <a:txBody>
                    <a:bodyPr/>
                    <a:lstStyle/>
                    <a:p>
                      <a:pPr algn="ctr"/>
                      <a:r>
                        <a:rPr lang="zh-CN" altLang="en-US" sz="800" dirty="0" smtClean="0">
                          <a:latin typeface="Calibri" panose="020F0502020204030204" charset="0"/>
                          <a:ea typeface="微软雅黑" panose="020B0503020204020204" pitchFamily="34" charset="-122"/>
                          <a:cs typeface="Calibri" panose="020F0502020204030204" charset="0"/>
                          <a:sym typeface="+mn-ea"/>
                        </a:rPr>
                        <a:t>Clean focusing lens</a:t>
                      </a:r>
                    </a:p>
                  </a:txBody>
                  <a:tcPr anchor="ctr">
                    <a:lnL w="6350" cap="flat" cmpd="sng" algn="ctr">
                      <a:solidFill>
                        <a:srgbClr val="0070C0"/>
                      </a:solidFill>
                      <a:prstDash val="solid"/>
                      <a:round/>
                      <a:headEnd type="none" w="med" len="med"/>
                      <a:tailEnd type="none" w="med" len="med"/>
                    </a:lnL>
                    <a:lnR w="6350" cap="flat" cmpd="sng" algn="ctr">
                      <a:solidFill>
                        <a:srgbClr val="0070C0"/>
                      </a:solidFill>
                      <a:prstDash val="solid"/>
                      <a:round/>
                      <a:headEnd type="none" w="med" len="med"/>
                      <a:tailEnd type="none" w="med" len="med"/>
                    </a:lnR>
                    <a:lnT w="6350" cap="flat" cmpd="sng" algn="ctr">
                      <a:solidFill>
                        <a:srgbClr val="0070C0"/>
                      </a:solidFill>
                      <a:prstDash val="solid"/>
                      <a:round/>
                      <a:headEnd type="none" w="med" len="med"/>
                      <a:tailEnd type="none" w="med" len="med"/>
                    </a:lnT>
                    <a:lnB w="6350" cap="flat" cmpd="sng" algn="ctr">
                      <a:solidFill>
                        <a:srgbClr val="0070C0"/>
                      </a:solidFill>
                      <a:prstDash val="solid"/>
                      <a:round/>
                      <a:headEnd type="none" w="med" len="med"/>
                      <a:tailEnd type="none" w="med" len="med"/>
                    </a:lnB>
                    <a:solidFill>
                      <a:schemeClr val="bg1"/>
                    </a:solidFill>
                  </a:tcPr>
                </a:tc>
                <a:tc hMerge="1">
                  <a:txBody>
                    <a:bodyPr/>
                    <a:lstStyle/>
                    <a:p>
                      <a:endParaRPr lang="zh-CN"/>
                    </a:p>
                  </a:txBody>
                  <a:tcPr anchor="ctr">
                    <a:lnL w="6350" cap="flat" cmpd="sng" algn="ctr">
                      <a:solidFill>
                        <a:srgbClr val="0070C0"/>
                      </a:solidFill>
                      <a:prstDash val="solid"/>
                      <a:round/>
                      <a:headEnd type="none" w="med" len="med"/>
                      <a:tailEnd type="none" w="med" len="med"/>
                    </a:lnL>
                    <a:lnR w="6350" cap="flat" cmpd="sng" algn="ctr">
                      <a:solidFill>
                        <a:srgbClr val="0070C0"/>
                      </a:solidFill>
                      <a:prstDash val="solid"/>
                      <a:round/>
                      <a:headEnd type="none" w="med" len="med"/>
                      <a:tailEnd type="none" w="med" len="med"/>
                    </a:lnR>
                    <a:lnT w="6350" cap="flat" cmpd="sng" algn="ctr">
                      <a:solidFill>
                        <a:srgbClr val="0070C0"/>
                      </a:solidFill>
                      <a:prstDash val="solid"/>
                      <a:round/>
                      <a:headEnd type="none" w="med" len="med"/>
                      <a:tailEnd type="none" w="med" len="med"/>
                    </a:lnT>
                    <a:lnB w="6350" cap="flat" cmpd="sng" algn="ctr">
                      <a:solidFill>
                        <a:srgbClr val="0070C0"/>
                      </a:solidFill>
                      <a:prstDash val="solid"/>
                      <a:round/>
                      <a:headEnd type="none" w="med" len="med"/>
                      <a:tailEnd type="none" w="med" len="med"/>
                    </a:lnB>
                    <a:solidFill>
                      <a:schemeClr val="bg1"/>
                    </a:solidFill>
                  </a:tcPr>
                </a:tc>
                <a:tc>
                  <a:txBody>
                    <a:bodyPr/>
                    <a:lstStyle/>
                    <a:p>
                      <a:pPr algn="ctr"/>
                      <a:r>
                        <a:rPr lang="zh-CN" altLang="en-US" sz="800" dirty="0" smtClean="0">
                          <a:latin typeface="Calibri" panose="020F0502020204030204" charset="0"/>
                          <a:ea typeface="微软雅黑" panose="020B0503020204020204" pitchFamily="34" charset="-122"/>
                          <a:cs typeface="Calibri" panose="020F0502020204030204" charset="0"/>
                        </a:rPr>
                        <a:t>Standard configuration</a:t>
                      </a:r>
                    </a:p>
                  </a:txBody>
                  <a:tcPr anchor="ctr">
                    <a:lnL w="6350" cap="flat" cmpd="sng" algn="ctr">
                      <a:solidFill>
                        <a:srgbClr val="0070C0"/>
                      </a:solidFill>
                      <a:prstDash val="solid"/>
                      <a:round/>
                      <a:headEnd type="none" w="med" len="med"/>
                      <a:tailEnd type="none" w="med" len="med"/>
                    </a:lnL>
                    <a:lnR w="6350" cap="flat" cmpd="sng" algn="ctr">
                      <a:solidFill>
                        <a:srgbClr val="0070C0"/>
                      </a:solidFill>
                      <a:prstDash val="solid"/>
                      <a:round/>
                      <a:headEnd type="none" w="med" len="med"/>
                      <a:tailEnd type="none" w="med" len="med"/>
                    </a:lnR>
                    <a:lnT w="6350" cap="flat" cmpd="sng" algn="ctr">
                      <a:solidFill>
                        <a:srgbClr val="0070C0"/>
                      </a:solidFill>
                      <a:prstDash val="solid"/>
                      <a:round/>
                      <a:headEnd type="none" w="med" len="med"/>
                      <a:tailEnd type="none" w="med" len="med"/>
                    </a:lnT>
                    <a:lnB w="6350" cap="flat" cmpd="sng" algn="ctr">
                      <a:solidFill>
                        <a:srgbClr val="0070C0"/>
                      </a:solidFill>
                      <a:prstDash val="solid"/>
                      <a:round/>
                      <a:headEnd type="none" w="med" len="med"/>
                      <a:tailEnd type="none" w="med" len="med"/>
                    </a:lnB>
                    <a:solidFill>
                      <a:schemeClr val="bg1"/>
                    </a:solidFill>
                  </a:tcPr>
                </a:tc>
                <a:tc>
                  <a:txBody>
                    <a:bodyPr/>
                    <a:lstStyle/>
                    <a:p>
                      <a:pPr algn="ctr"/>
                      <a:r>
                        <a:rPr lang="en-US" altLang="zh-CN" sz="800" dirty="0" smtClean="0">
                          <a:latin typeface="Calibri" panose="020F0502020204030204" charset="0"/>
                          <a:ea typeface="微软雅黑" panose="020B0503020204020204" pitchFamily="34" charset="-122"/>
                          <a:cs typeface="Calibri" panose="020F0502020204030204" charset="0"/>
                        </a:rPr>
                        <a:t>1</a:t>
                      </a:r>
                    </a:p>
                  </a:txBody>
                  <a:tcPr anchor="ctr">
                    <a:lnL w="6350" cap="flat" cmpd="sng" algn="ctr">
                      <a:solidFill>
                        <a:srgbClr val="0070C0"/>
                      </a:solidFill>
                      <a:prstDash val="solid"/>
                      <a:round/>
                      <a:headEnd type="none" w="med" len="med"/>
                      <a:tailEnd type="none" w="med" len="med"/>
                    </a:lnL>
                    <a:lnR w="6350" cap="flat" cmpd="sng" algn="ctr">
                      <a:solidFill>
                        <a:srgbClr val="0070C0"/>
                      </a:solidFill>
                      <a:prstDash val="solid"/>
                      <a:round/>
                      <a:headEnd type="none" w="med" len="med"/>
                      <a:tailEnd type="none" w="med" len="med"/>
                    </a:lnR>
                    <a:lnT w="6350" cap="flat" cmpd="sng" algn="ctr">
                      <a:solidFill>
                        <a:srgbClr val="0070C0"/>
                      </a:solidFill>
                      <a:prstDash val="solid"/>
                      <a:round/>
                      <a:headEnd type="none" w="med" len="med"/>
                      <a:tailEnd type="none" w="med" len="med"/>
                    </a:lnT>
                    <a:lnB w="6350" cap="flat" cmpd="sng" algn="ctr">
                      <a:solidFill>
                        <a:srgbClr val="0070C0"/>
                      </a:solidFill>
                      <a:prstDash val="solid"/>
                      <a:round/>
                      <a:headEnd type="none" w="med" len="med"/>
                      <a:tailEnd type="none" w="med" len="med"/>
                    </a:lnB>
                    <a:solidFill>
                      <a:schemeClr val="bg1"/>
                    </a:solidFill>
                  </a:tcPr>
                </a:tc>
                <a:tc>
                  <a:txBody>
                    <a:bodyPr/>
                    <a:lstStyle/>
                    <a:p>
                      <a:pPr algn="ctr"/>
                      <a:r>
                        <a:rPr lang="en-US" altLang="zh-CN" sz="800" dirty="0" smtClean="0">
                          <a:latin typeface="Calibri" panose="020F0502020204030204" charset="0"/>
                          <a:ea typeface="微软雅黑" panose="020B0503020204020204" pitchFamily="34" charset="-122"/>
                          <a:cs typeface="Calibri" panose="020F0502020204030204" charset="0"/>
                        </a:rPr>
                        <a:t>piece</a:t>
                      </a:r>
                    </a:p>
                  </a:txBody>
                  <a:tcPr anchor="ctr">
                    <a:lnL w="6350" cap="flat" cmpd="sng" algn="ctr">
                      <a:solidFill>
                        <a:srgbClr val="0070C0"/>
                      </a:solidFill>
                      <a:prstDash val="solid"/>
                      <a:round/>
                      <a:headEnd type="none" w="med" len="med"/>
                      <a:tailEnd type="none" w="med" len="med"/>
                    </a:lnL>
                    <a:lnR w="6350" cap="flat" cmpd="sng" algn="ctr">
                      <a:solidFill>
                        <a:srgbClr val="0070C0"/>
                      </a:solidFill>
                      <a:prstDash val="solid"/>
                      <a:round/>
                      <a:headEnd type="none" w="med" len="med"/>
                      <a:tailEnd type="none" w="med" len="med"/>
                    </a:lnR>
                    <a:lnT w="6350" cap="flat" cmpd="sng" algn="ctr">
                      <a:solidFill>
                        <a:srgbClr val="0070C0"/>
                      </a:solidFill>
                      <a:prstDash val="solid"/>
                      <a:round/>
                      <a:headEnd type="none" w="med" len="med"/>
                      <a:tailEnd type="none" w="med" len="med"/>
                    </a:lnT>
                    <a:lnB w="6350" cap="flat" cmpd="sng" algn="ctr">
                      <a:solidFill>
                        <a:srgbClr val="0070C0"/>
                      </a:solidFill>
                      <a:prstDash val="solid"/>
                      <a:round/>
                      <a:headEnd type="none" w="med" len="med"/>
                      <a:tailEnd type="none" w="med" len="med"/>
                    </a:lnB>
                    <a:solidFill>
                      <a:schemeClr val="bg1"/>
                    </a:solidFill>
                  </a:tcPr>
                </a:tc>
                <a:tc>
                  <a:txBody>
                    <a:bodyPr/>
                    <a:lstStyle/>
                    <a:p>
                      <a:pPr algn="ctr"/>
                      <a:endParaRPr lang="zh-CN" altLang="en-US" sz="800" dirty="0">
                        <a:latin typeface="Calibri" panose="020F0502020204030204" charset="0"/>
                        <a:ea typeface="微软雅黑" panose="020B0503020204020204" pitchFamily="34" charset="-122"/>
                        <a:cs typeface="Calibri" panose="020F0502020204030204" charset="0"/>
                      </a:endParaRPr>
                    </a:p>
                  </a:txBody>
                  <a:tcPr anchor="ctr">
                    <a:lnL w="6350" cap="flat" cmpd="sng" algn="ctr">
                      <a:solidFill>
                        <a:srgbClr val="0070C0"/>
                      </a:solidFill>
                      <a:prstDash val="solid"/>
                      <a:round/>
                      <a:headEnd type="none" w="med" len="med"/>
                      <a:tailEnd type="none" w="med" len="med"/>
                    </a:lnL>
                    <a:lnR w="6350" cap="flat" cmpd="sng" algn="ctr">
                      <a:solidFill>
                        <a:srgbClr val="0070C0"/>
                      </a:solidFill>
                      <a:prstDash val="solid"/>
                      <a:round/>
                      <a:headEnd type="none" w="med" len="med"/>
                      <a:tailEnd type="none" w="med" len="med"/>
                    </a:lnR>
                    <a:lnT w="6350" cap="flat" cmpd="sng" algn="ctr">
                      <a:solidFill>
                        <a:srgbClr val="0070C0"/>
                      </a:solidFill>
                      <a:prstDash val="solid"/>
                      <a:round/>
                      <a:headEnd type="none" w="med" len="med"/>
                      <a:tailEnd type="none" w="med" len="med"/>
                    </a:lnT>
                    <a:lnB w="6350" cap="flat" cmpd="sng" algn="ctr">
                      <a:solidFill>
                        <a:srgbClr val="0070C0"/>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285776">
                <a:tc>
                  <a:txBody>
                    <a:bodyPr/>
                    <a:lstStyle/>
                    <a:p>
                      <a:pPr algn="ctr"/>
                      <a:r>
                        <a:rPr lang="en-US" altLang="zh-CN" sz="800" dirty="0" smtClean="0">
                          <a:latin typeface="Calibri" panose="020F0502020204030204" charset="0"/>
                          <a:ea typeface="微软雅黑" panose="020B0503020204020204" pitchFamily="34" charset="-122"/>
                          <a:cs typeface="Calibri" panose="020F0502020204030204" charset="0"/>
                        </a:rPr>
                        <a:t>6</a:t>
                      </a:r>
                    </a:p>
                  </a:txBody>
                  <a:tcPr anchor="ctr">
                    <a:lnL w="6350" cap="flat" cmpd="sng" algn="ctr">
                      <a:solidFill>
                        <a:srgbClr val="0070C0"/>
                      </a:solidFill>
                      <a:prstDash val="solid"/>
                      <a:round/>
                      <a:headEnd type="none" w="med" len="med"/>
                      <a:tailEnd type="none" w="med" len="med"/>
                    </a:lnL>
                    <a:lnR w="6350" cap="flat" cmpd="sng" algn="ctr">
                      <a:solidFill>
                        <a:srgbClr val="0070C0"/>
                      </a:solidFill>
                      <a:prstDash val="solid"/>
                      <a:round/>
                      <a:headEnd type="none" w="med" len="med"/>
                      <a:tailEnd type="none" w="med" len="med"/>
                    </a:lnR>
                    <a:lnT w="6350" cap="flat" cmpd="sng" algn="ctr">
                      <a:solidFill>
                        <a:srgbClr val="0070C0"/>
                      </a:solidFill>
                      <a:prstDash val="solid"/>
                      <a:round/>
                      <a:headEnd type="none" w="med" len="med"/>
                      <a:tailEnd type="none" w="med" len="med"/>
                    </a:lnT>
                    <a:lnB w="6350" cap="flat" cmpd="sng" algn="ctr">
                      <a:solidFill>
                        <a:srgbClr val="0070C0"/>
                      </a:solidFill>
                      <a:prstDash val="solid"/>
                      <a:round/>
                      <a:headEnd type="none" w="med" len="med"/>
                      <a:tailEnd type="none" w="med" len="med"/>
                    </a:lnB>
                    <a:solidFill>
                      <a:schemeClr val="bg1"/>
                    </a:solidFill>
                  </a:tcPr>
                </a:tc>
                <a:tc gridSpan="2">
                  <a:txBody>
                    <a:bodyPr/>
                    <a:lstStyle/>
                    <a:p>
                      <a:pPr algn="ctr"/>
                      <a:r>
                        <a:rPr lang="zh-CN" altLang="en-US" sz="800" dirty="0" smtClean="0">
                          <a:latin typeface="Calibri" panose="020F0502020204030204" charset="0"/>
                          <a:ea typeface="微软雅黑" panose="020B0503020204020204" pitchFamily="34" charset="-122"/>
                          <a:cs typeface="Calibri" panose="020F0502020204030204" charset="0"/>
                        </a:rPr>
                        <a:t>Laser protective glasses</a:t>
                      </a:r>
                    </a:p>
                  </a:txBody>
                  <a:tcPr anchor="ctr">
                    <a:lnL w="6350" cap="flat" cmpd="sng" algn="ctr">
                      <a:solidFill>
                        <a:srgbClr val="0070C0"/>
                      </a:solidFill>
                      <a:prstDash val="solid"/>
                      <a:round/>
                      <a:headEnd type="none" w="med" len="med"/>
                      <a:tailEnd type="none" w="med" len="med"/>
                    </a:lnL>
                    <a:lnR w="6350" cap="flat" cmpd="sng" algn="ctr">
                      <a:solidFill>
                        <a:srgbClr val="0070C0"/>
                      </a:solidFill>
                      <a:prstDash val="solid"/>
                      <a:round/>
                      <a:headEnd type="none" w="med" len="med"/>
                      <a:tailEnd type="none" w="med" len="med"/>
                    </a:lnR>
                    <a:lnT w="6350" cap="flat" cmpd="sng" algn="ctr">
                      <a:solidFill>
                        <a:srgbClr val="0070C0"/>
                      </a:solidFill>
                      <a:prstDash val="solid"/>
                      <a:round/>
                      <a:headEnd type="none" w="med" len="med"/>
                      <a:tailEnd type="none" w="med" len="med"/>
                    </a:lnT>
                    <a:lnB w="6350" cap="flat" cmpd="sng" algn="ctr">
                      <a:solidFill>
                        <a:srgbClr val="0070C0"/>
                      </a:solidFill>
                      <a:prstDash val="solid"/>
                      <a:round/>
                      <a:headEnd type="none" w="med" len="med"/>
                      <a:tailEnd type="none" w="med" len="med"/>
                    </a:lnB>
                    <a:solidFill>
                      <a:schemeClr val="bg1"/>
                    </a:solidFill>
                  </a:tcPr>
                </a:tc>
                <a:tc hMerge="1">
                  <a:txBody>
                    <a:bodyPr/>
                    <a:lstStyle/>
                    <a:p>
                      <a:endParaRPr lang="zh-CN"/>
                    </a:p>
                  </a:txBody>
                  <a:tcPr anchor="ctr">
                    <a:lnL w="6350" cap="flat" cmpd="sng" algn="ctr">
                      <a:solidFill>
                        <a:srgbClr val="0070C0"/>
                      </a:solidFill>
                      <a:prstDash val="solid"/>
                      <a:round/>
                      <a:headEnd type="none" w="med" len="med"/>
                      <a:tailEnd type="none" w="med" len="med"/>
                    </a:lnL>
                    <a:lnR w="6350" cap="flat" cmpd="sng" algn="ctr">
                      <a:solidFill>
                        <a:srgbClr val="0070C0"/>
                      </a:solidFill>
                      <a:prstDash val="solid"/>
                      <a:round/>
                      <a:headEnd type="none" w="med" len="med"/>
                      <a:tailEnd type="none" w="med" len="med"/>
                    </a:lnR>
                    <a:lnT w="6350" cap="flat" cmpd="sng" algn="ctr">
                      <a:solidFill>
                        <a:srgbClr val="0070C0"/>
                      </a:solidFill>
                      <a:prstDash val="solid"/>
                      <a:round/>
                      <a:headEnd type="none" w="med" len="med"/>
                      <a:tailEnd type="none" w="med" len="med"/>
                    </a:lnT>
                    <a:lnB w="6350" cap="flat" cmpd="sng" algn="ctr">
                      <a:solidFill>
                        <a:srgbClr val="0070C0"/>
                      </a:solidFill>
                      <a:prstDash val="solid"/>
                      <a:round/>
                      <a:headEnd type="none" w="med" len="med"/>
                      <a:tailEnd type="none" w="med" len="med"/>
                    </a:lnB>
                    <a:solidFill>
                      <a:schemeClr val="bg1"/>
                    </a:solidFill>
                  </a:tcPr>
                </a:tc>
                <a:tc>
                  <a:txBody>
                    <a:bodyPr/>
                    <a:lstStyle/>
                    <a:p>
                      <a:pPr marL="0" marR="0" indent="0" algn="ctr" defTabSz="685800" rtl="0" eaLnBrk="1" fontAlgn="auto" latinLnBrk="0" hangingPunct="1">
                        <a:lnSpc>
                          <a:spcPct val="100000"/>
                        </a:lnSpc>
                        <a:spcBef>
                          <a:spcPts val="0"/>
                        </a:spcBef>
                        <a:spcAft>
                          <a:spcPts val="0"/>
                        </a:spcAft>
                        <a:buClrTx/>
                        <a:buSzTx/>
                        <a:buFontTx/>
                        <a:buNone/>
                        <a:defRPr/>
                      </a:pPr>
                      <a:r>
                        <a:rPr lang="zh-CN" altLang="en-US" sz="800" dirty="0" smtClean="0">
                          <a:latin typeface="Calibri" panose="020F0502020204030204" charset="0"/>
                          <a:ea typeface="微软雅黑" panose="020B0503020204020204" pitchFamily="34" charset="-122"/>
                          <a:cs typeface="Calibri" panose="020F0502020204030204" charset="0"/>
                        </a:rPr>
                        <a:t>Standard configuration</a:t>
                      </a:r>
                    </a:p>
                  </a:txBody>
                  <a:tcPr anchor="ctr">
                    <a:lnL w="6350" cap="flat" cmpd="sng" algn="ctr">
                      <a:solidFill>
                        <a:srgbClr val="0070C0"/>
                      </a:solidFill>
                      <a:prstDash val="solid"/>
                      <a:round/>
                      <a:headEnd type="none" w="med" len="med"/>
                      <a:tailEnd type="none" w="med" len="med"/>
                    </a:lnL>
                    <a:lnR w="6350" cap="flat" cmpd="sng" algn="ctr">
                      <a:solidFill>
                        <a:srgbClr val="0070C0"/>
                      </a:solidFill>
                      <a:prstDash val="solid"/>
                      <a:round/>
                      <a:headEnd type="none" w="med" len="med"/>
                      <a:tailEnd type="none" w="med" len="med"/>
                    </a:lnR>
                    <a:lnT w="6350" cap="flat" cmpd="sng" algn="ctr">
                      <a:solidFill>
                        <a:srgbClr val="0070C0"/>
                      </a:solidFill>
                      <a:prstDash val="solid"/>
                      <a:round/>
                      <a:headEnd type="none" w="med" len="med"/>
                      <a:tailEnd type="none" w="med" len="med"/>
                    </a:lnT>
                    <a:lnB w="6350" cap="flat" cmpd="sng" algn="ctr">
                      <a:solidFill>
                        <a:srgbClr val="0070C0"/>
                      </a:solidFill>
                      <a:prstDash val="solid"/>
                      <a:round/>
                      <a:headEnd type="none" w="med" len="med"/>
                      <a:tailEnd type="none" w="med" len="med"/>
                    </a:lnB>
                    <a:solidFill>
                      <a:schemeClr val="bg1"/>
                    </a:solidFill>
                  </a:tcPr>
                </a:tc>
                <a:tc>
                  <a:txBody>
                    <a:bodyPr/>
                    <a:lstStyle/>
                    <a:p>
                      <a:pPr algn="ctr"/>
                      <a:r>
                        <a:rPr lang="en-US" altLang="zh-CN" sz="800" dirty="0" smtClean="0">
                          <a:latin typeface="Calibri" panose="020F0502020204030204" charset="0"/>
                          <a:ea typeface="微软雅黑" panose="020B0503020204020204" pitchFamily="34" charset="-122"/>
                          <a:cs typeface="Calibri" panose="020F0502020204030204" charset="0"/>
                        </a:rPr>
                        <a:t>1</a:t>
                      </a:r>
                    </a:p>
                  </a:txBody>
                  <a:tcPr anchor="ctr">
                    <a:lnL w="6350" cap="flat" cmpd="sng" algn="ctr">
                      <a:solidFill>
                        <a:srgbClr val="0070C0"/>
                      </a:solidFill>
                      <a:prstDash val="solid"/>
                      <a:round/>
                      <a:headEnd type="none" w="med" len="med"/>
                      <a:tailEnd type="none" w="med" len="med"/>
                    </a:lnL>
                    <a:lnR w="6350" cap="flat" cmpd="sng" algn="ctr">
                      <a:solidFill>
                        <a:srgbClr val="0070C0"/>
                      </a:solidFill>
                      <a:prstDash val="solid"/>
                      <a:round/>
                      <a:headEnd type="none" w="med" len="med"/>
                      <a:tailEnd type="none" w="med" len="med"/>
                    </a:lnR>
                    <a:lnT w="6350" cap="flat" cmpd="sng" algn="ctr">
                      <a:solidFill>
                        <a:srgbClr val="0070C0"/>
                      </a:solidFill>
                      <a:prstDash val="solid"/>
                      <a:round/>
                      <a:headEnd type="none" w="med" len="med"/>
                      <a:tailEnd type="none" w="med" len="med"/>
                    </a:lnT>
                    <a:lnB w="6350" cap="flat" cmpd="sng" algn="ctr">
                      <a:solidFill>
                        <a:srgbClr val="0070C0"/>
                      </a:solidFill>
                      <a:prstDash val="solid"/>
                      <a:round/>
                      <a:headEnd type="none" w="med" len="med"/>
                      <a:tailEnd type="none" w="med" len="med"/>
                    </a:lnB>
                    <a:solidFill>
                      <a:schemeClr val="bg1"/>
                    </a:solidFill>
                  </a:tcPr>
                </a:tc>
                <a:tc>
                  <a:txBody>
                    <a:bodyPr/>
                    <a:lstStyle/>
                    <a:p>
                      <a:pPr algn="ctr"/>
                      <a:r>
                        <a:rPr lang="zh-CN" altLang="en-US" sz="800" dirty="0" smtClean="0">
                          <a:latin typeface="Calibri" panose="020F0502020204030204" charset="0"/>
                          <a:ea typeface="微软雅黑" panose="020B0503020204020204" pitchFamily="34" charset="-122"/>
                          <a:cs typeface="Calibri" panose="020F0502020204030204" charset="0"/>
                        </a:rPr>
                        <a:t>pair</a:t>
                      </a:r>
                    </a:p>
                  </a:txBody>
                  <a:tcPr anchor="ctr">
                    <a:lnL w="6350" cap="flat" cmpd="sng" algn="ctr">
                      <a:solidFill>
                        <a:srgbClr val="0070C0"/>
                      </a:solidFill>
                      <a:prstDash val="solid"/>
                      <a:round/>
                      <a:headEnd type="none" w="med" len="med"/>
                      <a:tailEnd type="none" w="med" len="med"/>
                    </a:lnL>
                    <a:lnR w="6350" cap="flat" cmpd="sng" algn="ctr">
                      <a:solidFill>
                        <a:srgbClr val="0070C0"/>
                      </a:solidFill>
                      <a:prstDash val="solid"/>
                      <a:round/>
                      <a:headEnd type="none" w="med" len="med"/>
                      <a:tailEnd type="none" w="med" len="med"/>
                    </a:lnR>
                    <a:lnT w="6350" cap="flat" cmpd="sng" algn="ctr">
                      <a:solidFill>
                        <a:srgbClr val="0070C0"/>
                      </a:solidFill>
                      <a:prstDash val="solid"/>
                      <a:round/>
                      <a:headEnd type="none" w="med" len="med"/>
                      <a:tailEnd type="none" w="med" len="med"/>
                    </a:lnT>
                    <a:lnB w="6350" cap="flat" cmpd="sng" algn="ctr">
                      <a:solidFill>
                        <a:srgbClr val="0070C0"/>
                      </a:solidFill>
                      <a:prstDash val="solid"/>
                      <a:round/>
                      <a:headEnd type="none" w="med" len="med"/>
                      <a:tailEnd type="none" w="med" len="med"/>
                    </a:lnB>
                    <a:solidFill>
                      <a:schemeClr val="bg1"/>
                    </a:solidFill>
                  </a:tcPr>
                </a:tc>
                <a:tc>
                  <a:txBody>
                    <a:bodyPr/>
                    <a:lstStyle/>
                    <a:p>
                      <a:pPr algn="ctr"/>
                      <a:r>
                        <a:rPr sz="800" dirty="0" smtClean="0">
                          <a:latin typeface="Calibri" panose="020F0502020204030204" charset="0"/>
                          <a:ea typeface="微软雅黑" panose="020B0503020204020204" pitchFamily="34" charset="-122"/>
                          <a:cs typeface="Calibri" panose="020F0502020204030204" charset="0"/>
                        </a:rPr>
                        <a:t>1064 band</a:t>
                      </a:r>
                    </a:p>
                  </a:txBody>
                  <a:tcPr anchor="ctr">
                    <a:lnL w="6350" cap="flat" cmpd="sng" algn="ctr">
                      <a:solidFill>
                        <a:srgbClr val="0070C0"/>
                      </a:solidFill>
                      <a:prstDash val="solid"/>
                      <a:round/>
                      <a:headEnd type="none" w="med" len="med"/>
                      <a:tailEnd type="none" w="med" len="med"/>
                    </a:lnL>
                    <a:lnR w="6350" cap="flat" cmpd="sng" algn="ctr">
                      <a:solidFill>
                        <a:srgbClr val="0070C0"/>
                      </a:solidFill>
                      <a:prstDash val="solid"/>
                      <a:round/>
                      <a:headEnd type="none" w="med" len="med"/>
                      <a:tailEnd type="none" w="med" len="med"/>
                    </a:lnR>
                    <a:lnT w="6350" cap="flat" cmpd="sng" algn="ctr">
                      <a:solidFill>
                        <a:srgbClr val="0070C0"/>
                      </a:solidFill>
                      <a:prstDash val="solid"/>
                      <a:round/>
                      <a:headEnd type="none" w="med" len="med"/>
                      <a:tailEnd type="none" w="med" len="med"/>
                    </a:lnT>
                    <a:lnB w="6350" cap="flat" cmpd="sng" algn="ctr">
                      <a:solidFill>
                        <a:srgbClr val="0070C0"/>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332385">
                <a:tc>
                  <a:txBody>
                    <a:bodyPr/>
                    <a:lstStyle/>
                    <a:p>
                      <a:pPr algn="ctr"/>
                      <a:r>
                        <a:rPr lang="en-US" altLang="zh-CN" sz="800" dirty="0" smtClean="0">
                          <a:latin typeface="Calibri" panose="020F0502020204030204" charset="0"/>
                          <a:ea typeface="微软雅黑" panose="020B0503020204020204" pitchFamily="34" charset="-122"/>
                          <a:cs typeface="Calibri" panose="020F0502020204030204" charset="0"/>
                        </a:rPr>
                        <a:t>7</a:t>
                      </a:r>
                    </a:p>
                  </a:txBody>
                  <a:tcPr anchor="ctr">
                    <a:lnL w="6350" cap="flat" cmpd="sng" algn="ctr">
                      <a:solidFill>
                        <a:srgbClr val="0070C0"/>
                      </a:solidFill>
                      <a:prstDash val="solid"/>
                      <a:round/>
                      <a:headEnd type="none" w="med" len="med"/>
                      <a:tailEnd type="none" w="med" len="med"/>
                    </a:lnL>
                    <a:lnR w="6350" cap="flat" cmpd="sng" algn="ctr">
                      <a:solidFill>
                        <a:srgbClr val="0070C0"/>
                      </a:solidFill>
                      <a:prstDash val="solid"/>
                      <a:round/>
                      <a:headEnd type="none" w="med" len="med"/>
                      <a:tailEnd type="none" w="med" len="med"/>
                    </a:lnR>
                    <a:lnT w="6350" cap="flat" cmpd="sng" algn="ctr">
                      <a:solidFill>
                        <a:srgbClr val="0070C0"/>
                      </a:solidFill>
                      <a:prstDash val="solid"/>
                      <a:round/>
                      <a:headEnd type="none" w="med" len="med"/>
                      <a:tailEnd type="none" w="med" len="med"/>
                    </a:lnT>
                    <a:lnB w="6350" cap="flat" cmpd="sng" algn="ctr">
                      <a:solidFill>
                        <a:srgbClr val="0070C0"/>
                      </a:solidFill>
                      <a:prstDash val="solid"/>
                      <a:round/>
                      <a:headEnd type="none" w="med" len="med"/>
                      <a:tailEnd type="none" w="med" len="med"/>
                    </a:lnB>
                    <a:solidFill>
                      <a:schemeClr val="bg1"/>
                    </a:solidFill>
                  </a:tcPr>
                </a:tc>
                <a:tc gridSpan="2">
                  <a:txBody>
                    <a:bodyPr/>
                    <a:lstStyle/>
                    <a:p>
                      <a:pPr algn="ctr"/>
                      <a:r>
                        <a:rPr lang="zh-CN" altLang="en-US" sz="800" dirty="0" smtClean="0">
                          <a:latin typeface="Calibri" panose="020F0502020204030204" charset="0"/>
                          <a:ea typeface="微软雅黑" panose="020B0503020204020204" pitchFamily="34" charset="-122"/>
                          <a:cs typeface="Calibri" panose="020F0502020204030204" charset="0"/>
                        </a:rPr>
                        <a:t>Protective lenses</a:t>
                      </a:r>
                    </a:p>
                  </a:txBody>
                  <a:tcPr anchor="ctr">
                    <a:lnL w="6350" cap="flat" cmpd="sng" algn="ctr">
                      <a:solidFill>
                        <a:srgbClr val="0070C0"/>
                      </a:solidFill>
                      <a:prstDash val="solid"/>
                      <a:round/>
                      <a:headEnd type="none" w="med" len="med"/>
                      <a:tailEnd type="none" w="med" len="med"/>
                    </a:lnL>
                    <a:lnR w="6350" cap="flat" cmpd="sng" algn="ctr">
                      <a:solidFill>
                        <a:srgbClr val="0070C0"/>
                      </a:solidFill>
                      <a:prstDash val="solid"/>
                      <a:round/>
                      <a:headEnd type="none" w="med" len="med"/>
                      <a:tailEnd type="none" w="med" len="med"/>
                    </a:lnR>
                    <a:lnT w="6350" cap="flat" cmpd="sng" algn="ctr">
                      <a:solidFill>
                        <a:srgbClr val="0070C0"/>
                      </a:solidFill>
                      <a:prstDash val="solid"/>
                      <a:round/>
                      <a:headEnd type="none" w="med" len="med"/>
                      <a:tailEnd type="none" w="med" len="med"/>
                    </a:lnT>
                    <a:lnB w="6350" cap="flat" cmpd="sng" algn="ctr">
                      <a:solidFill>
                        <a:srgbClr val="0070C0"/>
                      </a:solidFill>
                      <a:prstDash val="solid"/>
                      <a:round/>
                      <a:headEnd type="none" w="med" len="med"/>
                      <a:tailEnd type="none" w="med" len="med"/>
                    </a:lnB>
                    <a:solidFill>
                      <a:schemeClr val="bg1"/>
                    </a:solidFill>
                  </a:tcPr>
                </a:tc>
                <a:tc hMerge="1">
                  <a:txBody>
                    <a:bodyPr/>
                    <a:lstStyle/>
                    <a:p>
                      <a:endParaRPr lang="zh-CN"/>
                    </a:p>
                  </a:txBody>
                  <a:tcPr anchor="ctr">
                    <a:lnL w="6350" cap="flat" cmpd="sng" algn="ctr">
                      <a:solidFill>
                        <a:srgbClr val="0070C0"/>
                      </a:solidFill>
                      <a:prstDash val="solid"/>
                      <a:round/>
                      <a:headEnd type="none" w="med" len="med"/>
                      <a:tailEnd type="none" w="med" len="med"/>
                    </a:lnL>
                    <a:lnR w="6350" cap="flat" cmpd="sng" algn="ctr">
                      <a:solidFill>
                        <a:srgbClr val="0070C0"/>
                      </a:solidFill>
                      <a:prstDash val="solid"/>
                      <a:round/>
                      <a:headEnd type="none" w="med" len="med"/>
                      <a:tailEnd type="none" w="med" len="med"/>
                    </a:lnR>
                    <a:lnT w="6350" cap="flat" cmpd="sng" algn="ctr">
                      <a:solidFill>
                        <a:srgbClr val="0070C0"/>
                      </a:solidFill>
                      <a:prstDash val="solid"/>
                      <a:round/>
                      <a:headEnd type="none" w="med" len="med"/>
                      <a:tailEnd type="none" w="med" len="med"/>
                    </a:lnT>
                    <a:lnB w="6350" cap="flat" cmpd="sng" algn="ctr">
                      <a:solidFill>
                        <a:srgbClr val="0070C0"/>
                      </a:solidFill>
                      <a:prstDash val="solid"/>
                      <a:round/>
                      <a:headEnd type="none" w="med" len="med"/>
                      <a:tailEnd type="none" w="med" len="med"/>
                    </a:lnB>
                    <a:solidFill>
                      <a:schemeClr val="bg1"/>
                    </a:solidFill>
                  </a:tcPr>
                </a:tc>
                <a:tc>
                  <a:txBody>
                    <a:bodyPr/>
                    <a:lstStyle/>
                    <a:p>
                      <a:pPr marL="0" marR="0" indent="0" algn="ctr" defTabSz="685800" rtl="0" eaLnBrk="1" fontAlgn="auto" latinLnBrk="0" hangingPunct="1">
                        <a:lnSpc>
                          <a:spcPct val="100000"/>
                        </a:lnSpc>
                        <a:spcBef>
                          <a:spcPts val="0"/>
                        </a:spcBef>
                        <a:spcAft>
                          <a:spcPts val="0"/>
                        </a:spcAft>
                        <a:buClrTx/>
                        <a:buSzTx/>
                        <a:buFontTx/>
                        <a:buNone/>
                        <a:defRPr/>
                      </a:pPr>
                      <a:r>
                        <a:rPr lang="zh-CN" altLang="en-US" sz="800" dirty="0" smtClean="0">
                          <a:latin typeface="Calibri" panose="020F0502020204030204" charset="0"/>
                          <a:ea typeface="微软雅黑" panose="020B0503020204020204" pitchFamily="34" charset="-122"/>
                          <a:cs typeface="Calibri" panose="020F0502020204030204" charset="0"/>
                        </a:rPr>
                        <a:t>Standard configuration</a:t>
                      </a:r>
                    </a:p>
                  </a:txBody>
                  <a:tcPr anchor="ctr">
                    <a:lnL w="6350" cap="flat" cmpd="sng" algn="ctr">
                      <a:solidFill>
                        <a:srgbClr val="0070C0"/>
                      </a:solidFill>
                      <a:prstDash val="solid"/>
                      <a:round/>
                      <a:headEnd type="none" w="med" len="med"/>
                      <a:tailEnd type="none" w="med" len="med"/>
                    </a:lnL>
                    <a:lnR w="6350" cap="flat" cmpd="sng" algn="ctr">
                      <a:solidFill>
                        <a:srgbClr val="0070C0"/>
                      </a:solidFill>
                      <a:prstDash val="solid"/>
                      <a:round/>
                      <a:headEnd type="none" w="med" len="med"/>
                      <a:tailEnd type="none" w="med" len="med"/>
                    </a:lnR>
                    <a:lnT w="6350" cap="flat" cmpd="sng" algn="ctr">
                      <a:solidFill>
                        <a:srgbClr val="0070C0"/>
                      </a:solidFill>
                      <a:prstDash val="solid"/>
                      <a:round/>
                      <a:headEnd type="none" w="med" len="med"/>
                      <a:tailEnd type="none" w="med" len="med"/>
                    </a:lnT>
                    <a:lnB w="6350" cap="flat" cmpd="sng" algn="ctr">
                      <a:solidFill>
                        <a:srgbClr val="0070C0"/>
                      </a:solidFill>
                      <a:prstDash val="solid"/>
                      <a:round/>
                      <a:headEnd type="none" w="med" len="med"/>
                      <a:tailEnd type="none" w="med" len="med"/>
                    </a:lnB>
                    <a:solidFill>
                      <a:schemeClr val="bg1"/>
                    </a:solidFill>
                  </a:tcPr>
                </a:tc>
                <a:tc>
                  <a:txBody>
                    <a:bodyPr/>
                    <a:lstStyle/>
                    <a:p>
                      <a:pPr algn="ctr"/>
                      <a:r>
                        <a:rPr lang="en-US" altLang="zh-CN" sz="800" dirty="0" smtClean="0">
                          <a:latin typeface="Calibri" panose="020F0502020204030204" charset="0"/>
                          <a:ea typeface="微软雅黑" panose="020B0503020204020204" pitchFamily="34" charset="-122"/>
                          <a:cs typeface="Calibri" panose="020F0502020204030204" charset="0"/>
                        </a:rPr>
                        <a:t>5</a:t>
                      </a:r>
                    </a:p>
                  </a:txBody>
                  <a:tcPr anchor="ctr">
                    <a:lnL w="6350" cap="flat" cmpd="sng" algn="ctr">
                      <a:solidFill>
                        <a:srgbClr val="0070C0"/>
                      </a:solidFill>
                      <a:prstDash val="solid"/>
                      <a:round/>
                      <a:headEnd type="none" w="med" len="med"/>
                      <a:tailEnd type="none" w="med" len="med"/>
                    </a:lnL>
                    <a:lnR w="6350" cap="flat" cmpd="sng" algn="ctr">
                      <a:solidFill>
                        <a:srgbClr val="0070C0"/>
                      </a:solidFill>
                      <a:prstDash val="solid"/>
                      <a:round/>
                      <a:headEnd type="none" w="med" len="med"/>
                      <a:tailEnd type="none" w="med" len="med"/>
                    </a:lnR>
                    <a:lnT w="6350" cap="flat" cmpd="sng" algn="ctr">
                      <a:solidFill>
                        <a:srgbClr val="0070C0"/>
                      </a:solidFill>
                      <a:prstDash val="solid"/>
                      <a:round/>
                      <a:headEnd type="none" w="med" len="med"/>
                      <a:tailEnd type="none" w="med" len="med"/>
                    </a:lnT>
                    <a:lnB w="6350" cap="flat" cmpd="sng" algn="ctr">
                      <a:solidFill>
                        <a:srgbClr val="0070C0"/>
                      </a:solidFill>
                      <a:prstDash val="solid"/>
                      <a:round/>
                      <a:headEnd type="none" w="med" len="med"/>
                      <a:tailEnd type="none" w="med" len="med"/>
                    </a:lnB>
                    <a:solidFill>
                      <a:schemeClr val="bg1"/>
                    </a:solidFill>
                  </a:tcPr>
                </a:tc>
                <a:tc>
                  <a:txBody>
                    <a:bodyPr/>
                    <a:lstStyle/>
                    <a:p>
                      <a:pPr algn="ctr"/>
                      <a:r>
                        <a:rPr lang="en-US" altLang="zh-CN" sz="800" dirty="0" smtClean="0">
                          <a:latin typeface="Calibri" panose="020F0502020204030204" charset="0"/>
                          <a:ea typeface="微软雅黑" panose="020B0503020204020204" pitchFamily="34" charset="-122"/>
                          <a:cs typeface="Calibri" panose="020F0502020204030204" charset="0"/>
                          <a:sym typeface="+mn-ea"/>
                        </a:rPr>
                        <a:t>piece</a:t>
                      </a:r>
                    </a:p>
                  </a:txBody>
                  <a:tcPr anchor="ctr">
                    <a:lnL w="6350" cap="flat" cmpd="sng" algn="ctr">
                      <a:solidFill>
                        <a:srgbClr val="0070C0"/>
                      </a:solidFill>
                      <a:prstDash val="solid"/>
                      <a:round/>
                      <a:headEnd type="none" w="med" len="med"/>
                      <a:tailEnd type="none" w="med" len="med"/>
                    </a:lnL>
                    <a:lnR w="6350" cap="flat" cmpd="sng" algn="ctr">
                      <a:solidFill>
                        <a:srgbClr val="0070C0"/>
                      </a:solidFill>
                      <a:prstDash val="solid"/>
                      <a:round/>
                      <a:headEnd type="none" w="med" len="med"/>
                      <a:tailEnd type="none" w="med" len="med"/>
                    </a:lnR>
                    <a:lnT w="6350" cap="flat" cmpd="sng" algn="ctr">
                      <a:solidFill>
                        <a:srgbClr val="0070C0"/>
                      </a:solidFill>
                      <a:prstDash val="solid"/>
                      <a:round/>
                      <a:headEnd type="none" w="med" len="med"/>
                      <a:tailEnd type="none" w="med" len="med"/>
                    </a:lnT>
                    <a:lnB w="6350" cap="flat" cmpd="sng" algn="ctr">
                      <a:solidFill>
                        <a:srgbClr val="0070C0"/>
                      </a:solidFill>
                      <a:prstDash val="solid"/>
                      <a:round/>
                      <a:headEnd type="none" w="med" len="med"/>
                      <a:tailEnd type="none" w="med" len="med"/>
                    </a:lnB>
                    <a:solidFill>
                      <a:schemeClr val="bg1"/>
                    </a:solidFill>
                  </a:tcPr>
                </a:tc>
                <a:tc>
                  <a:txBody>
                    <a:bodyPr/>
                    <a:lstStyle/>
                    <a:p>
                      <a:pPr algn="ctr"/>
                      <a:endParaRPr lang="zh-CN" altLang="en-US" sz="800" dirty="0">
                        <a:latin typeface="Calibri" panose="020F0502020204030204" charset="0"/>
                        <a:ea typeface="微软雅黑" panose="020B0503020204020204" pitchFamily="34" charset="-122"/>
                        <a:cs typeface="Calibri" panose="020F0502020204030204" charset="0"/>
                      </a:endParaRPr>
                    </a:p>
                  </a:txBody>
                  <a:tcPr anchor="ctr">
                    <a:lnL w="6350" cap="flat" cmpd="sng" algn="ctr">
                      <a:solidFill>
                        <a:srgbClr val="0070C0"/>
                      </a:solidFill>
                      <a:prstDash val="solid"/>
                      <a:round/>
                      <a:headEnd type="none" w="med" len="med"/>
                      <a:tailEnd type="none" w="med" len="med"/>
                    </a:lnL>
                    <a:lnR w="6350" cap="flat" cmpd="sng" algn="ctr">
                      <a:solidFill>
                        <a:srgbClr val="0070C0"/>
                      </a:solidFill>
                      <a:prstDash val="solid"/>
                      <a:round/>
                      <a:headEnd type="none" w="med" len="med"/>
                      <a:tailEnd type="none" w="med" len="med"/>
                    </a:lnR>
                    <a:lnT w="6350" cap="flat" cmpd="sng" algn="ctr">
                      <a:solidFill>
                        <a:srgbClr val="0070C0"/>
                      </a:solidFill>
                      <a:prstDash val="solid"/>
                      <a:round/>
                      <a:headEnd type="none" w="med" len="med"/>
                      <a:tailEnd type="none" w="med" len="med"/>
                    </a:lnT>
                    <a:lnB w="6350" cap="flat" cmpd="sng" algn="ctr">
                      <a:solidFill>
                        <a:srgbClr val="0070C0"/>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r h="332385">
                <a:tc>
                  <a:txBody>
                    <a:bodyPr/>
                    <a:lstStyle/>
                    <a:p>
                      <a:pPr algn="ctr"/>
                      <a:r>
                        <a:rPr lang="en-US" altLang="zh-CN" sz="800" dirty="0" smtClean="0">
                          <a:latin typeface="Calibri" panose="020F0502020204030204" charset="0"/>
                          <a:ea typeface="微软雅黑" panose="020B0503020204020204" pitchFamily="34" charset="-122"/>
                          <a:cs typeface="Calibri" panose="020F0502020204030204" charset="0"/>
                        </a:rPr>
                        <a:t>8</a:t>
                      </a:r>
                    </a:p>
                  </a:txBody>
                  <a:tcPr anchor="ctr">
                    <a:lnL w="6350" cap="flat" cmpd="sng" algn="ctr">
                      <a:solidFill>
                        <a:srgbClr val="0070C0"/>
                      </a:solidFill>
                      <a:prstDash val="solid"/>
                      <a:round/>
                      <a:headEnd type="none" w="med" len="med"/>
                      <a:tailEnd type="none" w="med" len="med"/>
                    </a:lnL>
                    <a:lnR w="6350" cap="flat" cmpd="sng" algn="ctr">
                      <a:solidFill>
                        <a:srgbClr val="0070C0"/>
                      </a:solidFill>
                      <a:prstDash val="solid"/>
                      <a:round/>
                      <a:headEnd type="none" w="med" len="med"/>
                      <a:tailEnd type="none" w="med" len="med"/>
                    </a:lnR>
                    <a:lnT w="6350" cap="flat" cmpd="sng" algn="ctr">
                      <a:solidFill>
                        <a:srgbClr val="0070C0"/>
                      </a:solidFill>
                      <a:prstDash val="solid"/>
                      <a:round/>
                      <a:headEnd type="none" w="med" len="med"/>
                      <a:tailEnd type="none" w="med" len="med"/>
                    </a:lnT>
                    <a:lnB w="6350" cap="flat" cmpd="sng" algn="ctr">
                      <a:solidFill>
                        <a:srgbClr val="0070C0"/>
                      </a:solidFill>
                      <a:prstDash val="solid"/>
                      <a:round/>
                      <a:headEnd type="none" w="med" len="med"/>
                      <a:tailEnd type="none" w="med" len="med"/>
                    </a:lnB>
                    <a:solidFill>
                      <a:schemeClr val="bg1"/>
                    </a:solidFill>
                  </a:tcPr>
                </a:tc>
                <a:tc gridSpan="2">
                  <a:txBody>
                    <a:bodyPr/>
                    <a:lstStyle/>
                    <a:p>
                      <a:pPr algn="ctr"/>
                      <a:r>
                        <a:rPr lang="zh-CN" altLang="en-US" sz="800" dirty="0" smtClean="0">
                          <a:latin typeface="Calibri" panose="020F0502020204030204" charset="0"/>
                          <a:ea typeface="微软雅黑" panose="020B0503020204020204" pitchFamily="34" charset="-122"/>
                          <a:cs typeface="Calibri" panose="020F0502020204030204" charset="0"/>
                        </a:rPr>
                        <a:t>Whole machine test report</a:t>
                      </a:r>
                    </a:p>
                  </a:txBody>
                  <a:tcPr anchor="ctr">
                    <a:lnL w="6350" cap="flat" cmpd="sng" algn="ctr">
                      <a:solidFill>
                        <a:srgbClr val="0070C0"/>
                      </a:solidFill>
                      <a:prstDash val="solid"/>
                      <a:round/>
                      <a:headEnd type="none" w="med" len="med"/>
                      <a:tailEnd type="none" w="med" len="med"/>
                    </a:lnL>
                    <a:lnR w="6350" cap="flat" cmpd="sng" algn="ctr">
                      <a:solidFill>
                        <a:srgbClr val="0070C0"/>
                      </a:solidFill>
                      <a:prstDash val="solid"/>
                      <a:round/>
                      <a:headEnd type="none" w="med" len="med"/>
                      <a:tailEnd type="none" w="med" len="med"/>
                    </a:lnR>
                    <a:lnT w="6350" cap="flat" cmpd="sng" algn="ctr">
                      <a:solidFill>
                        <a:srgbClr val="0070C0"/>
                      </a:solidFill>
                      <a:prstDash val="solid"/>
                      <a:round/>
                      <a:headEnd type="none" w="med" len="med"/>
                      <a:tailEnd type="none" w="med" len="med"/>
                    </a:lnT>
                    <a:lnB w="6350" cap="flat" cmpd="sng" algn="ctr">
                      <a:solidFill>
                        <a:srgbClr val="0070C0"/>
                      </a:solidFill>
                      <a:prstDash val="solid"/>
                      <a:round/>
                      <a:headEnd type="none" w="med" len="med"/>
                      <a:tailEnd type="none" w="med" len="med"/>
                    </a:lnB>
                    <a:solidFill>
                      <a:schemeClr val="bg1"/>
                    </a:solidFill>
                  </a:tcPr>
                </a:tc>
                <a:tc hMerge="1">
                  <a:txBody>
                    <a:bodyPr/>
                    <a:lstStyle/>
                    <a:p>
                      <a:endParaRPr lang="zh-CN"/>
                    </a:p>
                  </a:txBody>
                  <a:tcPr/>
                </a:tc>
                <a:tc>
                  <a:txBody>
                    <a:bodyPr/>
                    <a:lstStyle/>
                    <a:p>
                      <a:pPr marL="0" marR="0" indent="0" algn="ctr" defTabSz="685800" rtl="0" eaLnBrk="1" fontAlgn="auto" latinLnBrk="0" hangingPunct="1">
                        <a:lnSpc>
                          <a:spcPct val="100000"/>
                        </a:lnSpc>
                        <a:spcBef>
                          <a:spcPts val="0"/>
                        </a:spcBef>
                        <a:spcAft>
                          <a:spcPts val="0"/>
                        </a:spcAft>
                        <a:buClrTx/>
                        <a:buSzTx/>
                        <a:buFontTx/>
                        <a:buNone/>
                        <a:defRPr/>
                      </a:pPr>
                      <a:r>
                        <a:rPr lang="zh-CN" altLang="en-US" sz="800" dirty="0" smtClean="0">
                          <a:latin typeface="Calibri" panose="020F0502020204030204" charset="0"/>
                          <a:ea typeface="微软雅黑" panose="020B0503020204020204" pitchFamily="34" charset="-122"/>
                          <a:cs typeface="Calibri" panose="020F0502020204030204" charset="0"/>
                        </a:rPr>
                        <a:t>Standard configuration</a:t>
                      </a:r>
                    </a:p>
                  </a:txBody>
                  <a:tcPr anchor="ctr">
                    <a:lnL w="6350" cap="flat" cmpd="sng" algn="ctr">
                      <a:solidFill>
                        <a:srgbClr val="0070C0"/>
                      </a:solidFill>
                      <a:prstDash val="solid"/>
                      <a:round/>
                      <a:headEnd type="none" w="med" len="med"/>
                      <a:tailEnd type="none" w="med" len="med"/>
                    </a:lnL>
                    <a:lnR w="6350" cap="flat" cmpd="sng" algn="ctr">
                      <a:solidFill>
                        <a:srgbClr val="0070C0"/>
                      </a:solidFill>
                      <a:prstDash val="solid"/>
                      <a:round/>
                      <a:headEnd type="none" w="med" len="med"/>
                      <a:tailEnd type="none" w="med" len="med"/>
                    </a:lnR>
                    <a:lnT w="6350" cap="flat" cmpd="sng" algn="ctr">
                      <a:solidFill>
                        <a:srgbClr val="0070C0"/>
                      </a:solidFill>
                      <a:prstDash val="solid"/>
                      <a:round/>
                      <a:headEnd type="none" w="med" len="med"/>
                      <a:tailEnd type="none" w="med" len="med"/>
                    </a:lnT>
                    <a:lnB w="6350" cap="flat" cmpd="sng" algn="ctr">
                      <a:solidFill>
                        <a:srgbClr val="0070C0"/>
                      </a:solidFill>
                      <a:prstDash val="solid"/>
                      <a:round/>
                      <a:headEnd type="none" w="med" len="med"/>
                      <a:tailEnd type="none" w="med" len="med"/>
                    </a:lnB>
                    <a:solidFill>
                      <a:schemeClr val="bg1"/>
                    </a:solidFill>
                  </a:tcPr>
                </a:tc>
                <a:tc>
                  <a:txBody>
                    <a:bodyPr/>
                    <a:lstStyle/>
                    <a:p>
                      <a:pPr algn="ctr"/>
                      <a:r>
                        <a:rPr lang="en-US" altLang="zh-CN" sz="800" dirty="0" smtClean="0">
                          <a:latin typeface="Calibri" panose="020F0502020204030204" charset="0"/>
                          <a:ea typeface="微软雅黑" panose="020B0503020204020204" pitchFamily="34" charset="-122"/>
                          <a:cs typeface="Calibri" panose="020F0502020204030204" charset="0"/>
                        </a:rPr>
                        <a:t>1</a:t>
                      </a:r>
                    </a:p>
                  </a:txBody>
                  <a:tcPr anchor="ctr">
                    <a:lnL w="6350" cap="flat" cmpd="sng" algn="ctr">
                      <a:solidFill>
                        <a:srgbClr val="0070C0"/>
                      </a:solidFill>
                      <a:prstDash val="solid"/>
                      <a:round/>
                      <a:headEnd type="none" w="med" len="med"/>
                      <a:tailEnd type="none" w="med" len="med"/>
                    </a:lnL>
                    <a:lnR w="6350" cap="flat" cmpd="sng" algn="ctr">
                      <a:solidFill>
                        <a:srgbClr val="0070C0"/>
                      </a:solidFill>
                      <a:prstDash val="solid"/>
                      <a:round/>
                      <a:headEnd type="none" w="med" len="med"/>
                      <a:tailEnd type="none" w="med" len="med"/>
                    </a:lnR>
                    <a:lnT w="6350" cap="flat" cmpd="sng" algn="ctr">
                      <a:solidFill>
                        <a:srgbClr val="0070C0"/>
                      </a:solidFill>
                      <a:prstDash val="solid"/>
                      <a:round/>
                      <a:headEnd type="none" w="med" len="med"/>
                      <a:tailEnd type="none" w="med" len="med"/>
                    </a:lnT>
                    <a:lnB w="6350" cap="flat" cmpd="sng" algn="ctr">
                      <a:solidFill>
                        <a:srgbClr val="0070C0"/>
                      </a:solidFill>
                      <a:prstDash val="solid"/>
                      <a:round/>
                      <a:headEnd type="none" w="med" len="med"/>
                      <a:tailEnd type="none" w="med" len="med"/>
                    </a:lnB>
                    <a:solidFill>
                      <a:schemeClr val="bg1"/>
                    </a:solidFill>
                  </a:tcPr>
                </a:tc>
                <a:tc>
                  <a:txBody>
                    <a:bodyPr/>
                    <a:lstStyle/>
                    <a:p>
                      <a:pPr algn="ctr"/>
                      <a:r>
                        <a:rPr lang="zh-CN" altLang="en-US" sz="800" dirty="0" smtClean="0">
                          <a:latin typeface="Calibri" panose="020F0502020204030204" charset="0"/>
                          <a:ea typeface="微软雅黑" panose="020B0503020204020204" pitchFamily="34" charset="-122"/>
                          <a:cs typeface="Calibri" panose="020F0502020204030204" charset="0"/>
                        </a:rPr>
                        <a:t>Page</a:t>
                      </a:r>
                    </a:p>
                  </a:txBody>
                  <a:tcPr anchor="ctr">
                    <a:lnL w="6350" cap="flat" cmpd="sng" algn="ctr">
                      <a:solidFill>
                        <a:srgbClr val="0070C0"/>
                      </a:solidFill>
                      <a:prstDash val="solid"/>
                      <a:round/>
                      <a:headEnd type="none" w="med" len="med"/>
                      <a:tailEnd type="none" w="med" len="med"/>
                    </a:lnL>
                    <a:lnR w="6350" cap="flat" cmpd="sng" algn="ctr">
                      <a:solidFill>
                        <a:srgbClr val="0070C0"/>
                      </a:solidFill>
                      <a:prstDash val="solid"/>
                      <a:round/>
                      <a:headEnd type="none" w="med" len="med"/>
                      <a:tailEnd type="none" w="med" len="med"/>
                    </a:lnR>
                    <a:lnT w="6350" cap="flat" cmpd="sng" algn="ctr">
                      <a:solidFill>
                        <a:srgbClr val="0070C0"/>
                      </a:solidFill>
                      <a:prstDash val="solid"/>
                      <a:round/>
                      <a:headEnd type="none" w="med" len="med"/>
                      <a:tailEnd type="none" w="med" len="med"/>
                    </a:lnT>
                    <a:lnB w="6350" cap="flat" cmpd="sng" algn="ctr">
                      <a:solidFill>
                        <a:srgbClr val="0070C0"/>
                      </a:solidFill>
                      <a:prstDash val="solid"/>
                      <a:round/>
                      <a:headEnd type="none" w="med" len="med"/>
                      <a:tailEnd type="none" w="med" len="med"/>
                    </a:lnB>
                    <a:solidFill>
                      <a:schemeClr val="bg1"/>
                    </a:solidFill>
                  </a:tcPr>
                </a:tc>
                <a:tc>
                  <a:txBody>
                    <a:bodyPr/>
                    <a:lstStyle/>
                    <a:p>
                      <a:pPr algn="ctr"/>
                      <a:endParaRPr lang="zh-CN" altLang="en-US" sz="800" dirty="0">
                        <a:latin typeface="Calibri" panose="020F0502020204030204" charset="0"/>
                        <a:ea typeface="微软雅黑" panose="020B0503020204020204" pitchFamily="34" charset="-122"/>
                        <a:cs typeface="Calibri" panose="020F0502020204030204" charset="0"/>
                      </a:endParaRPr>
                    </a:p>
                  </a:txBody>
                  <a:tcPr anchor="ctr">
                    <a:lnL w="6350" cap="flat" cmpd="sng" algn="ctr">
                      <a:solidFill>
                        <a:srgbClr val="0070C0"/>
                      </a:solidFill>
                      <a:prstDash val="solid"/>
                      <a:round/>
                      <a:headEnd type="none" w="med" len="med"/>
                      <a:tailEnd type="none" w="med" len="med"/>
                    </a:lnL>
                    <a:lnR w="6350" cap="flat" cmpd="sng" algn="ctr">
                      <a:solidFill>
                        <a:srgbClr val="0070C0"/>
                      </a:solidFill>
                      <a:prstDash val="solid"/>
                      <a:round/>
                      <a:headEnd type="none" w="med" len="med"/>
                      <a:tailEnd type="none" w="med" len="med"/>
                    </a:lnR>
                    <a:lnT w="6350" cap="flat" cmpd="sng" algn="ctr">
                      <a:solidFill>
                        <a:srgbClr val="0070C0"/>
                      </a:solidFill>
                      <a:prstDash val="solid"/>
                      <a:round/>
                      <a:headEnd type="none" w="med" len="med"/>
                      <a:tailEnd type="none" w="med" len="med"/>
                    </a:lnT>
                    <a:lnB w="6350" cap="flat" cmpd="sng" algn="ctr">
                      <a:solidFill>
                        <a:srgbClr val="0070C0"/>
                      </a:solidFill>
                      <a:prstDash val="solid"/>
                      <a:round/>
                      <a:headEnd type="none" w="med" len="med"/>
                      <a:tailEnd type="none" w="med" len="med"/>
                    </a:lnB>
                    <a:solidFill>
                      <a:schemeClr val="bg1"/>
                    </a:solidFill>
                  </a:tcPr>
                </a:tc>
                <a:extLst>
                  <a:ext uri="{0D108BD9-81ED-4DB2-BD59-A6C34878D82A}">
                    <a16:rowId xmlns:a16="http://schemas.microsoft.com/office/drawing/2014/main" val="10008"/>
                  </a:ext>
                </a:extLst>
              </a:tr>
              <a:tr h="332385">
                <a:tc>
                  <a:txBody>
                    <a:bodyPr/>
                    <a:lstStyle/>
                    <a:p>
                      <a:pPr algn="ctr"/>
                      <a:r>
                        <a:rPr lang="en-US" altLang="zh-CN" sz="800" dirty="0" smtClean="0">
                          <a:latin typeface="Calibri" panose="020F0502020204030204" charset="0"/>
                          <a:ea typeface="微软雅黑" panose="020B0503020204020204" pitchFamily="34" charset="-122"/>
                          <a:cs typeface="Calibri" panose="020F0502020204030204" charset="0"/>
                        </a:rPr>
                        <a:t>9</a:t>
                      </a:r>
                    </a:p>
                  </a:txBody>
                  <a:tcPr anchor="ctr">
                    <a:lnL w="6350" cap="flat" cmpd="sng" algn="ctr">
                      <a:solidFill>
                        <a:srgbClr val="0070C0"/>
                      </a:solidFill>
                      <a:prstDash val="solid"/>
                      <a:round/>
                      <a:headEnd type="none" w="med" len="med"/>
                      <a:tailEnd type="none" w="med" len="med"/>
                    </a:lnL>
                    <a:lnR w="6350" cap="flat" cmpd="sng" algn="ctr">
                      <a:solidFill>
                        <a:srgbClr val="0070C0"/>
                      </a:solidFill>
                      <a:prstDash val="solid"/>
                      <a:round/>
                      <a:headEnd type="none" w="med" len="med"/>
                      <a:tailEnd type="none" w="med" len="med"/>
                    </a:lnR>
                    <a:lnT w="6350" cap="flat" cmpd="sng" algn="ctr">
                      <a:solidFill>
                        <a:srgbClr val="0070C0"/>
                      </a:solidFill>
                      <a:prstDash val="solid"/>
                      <a:round/>
                      <a:headEnd type="none" w="med" len="med"/>
                      <a:tailEnd type="none" w="med" len="med"/>
                    </a:lnT>
                    <a:lnB w="6350" cap="flat" cmpd="sng" algn="ctr">
                      <a:solidFill>
                        <a:srgbClr val="0070C0"/>
                      </a:solidFill>
                      <a:prstDash val="solid"/>
                      <a:round/>
                      <a:headEnd type="none" w="med" len="med"/>
                      <a:tailEnd type="none" w="med" len="med"/>
                    </a:lnB>
                    <a:solidFill>
                      <a:schemeClr val="bg1"/>
                    </a:solidFill>
                  </a:tcPr>
                </a:tc>
                <a:tc gridSpan="2">
                  <a:txBody>
                    <a:bodyPr/>
                    <a:lstStyle/>
                    <a:p>
                      <a:pPr algn="ctr"/>
                      <a:r>
                        <a:rPr lang="zh-CN" altLang="en-US" sz="800" dirty="0" smtClean="0">
                          <a:latin typeface="Calibri" panose="020F0502020204030204" charset="0"/>
                          <a:ea typeface="微软雅黑" panose="020B0503020204020204" pitchFamily="34" charset="-122"/>
                          <a:cs typeface="Calibri" panose="020F0502020204030204" charset="0"/>
                        </a:rPr>
                        <a:t>Equipment delivery list</a:t>
                      </a:r>
                    </a:p>
                  </a:txBody>
                  <a:tcPr anchor="ctr">
                    <a:lnL w="6350" cap="flat" cmpd="sng" algn="ctr">
                      <a:solidFill>
                        <a:srgbClr val="0070C0"/>
                      </a:solidFill>
                      <a:prstDash val="solid"/>
                      <a:round/>
                      <a:headEnd type="none" w="med" len="med"/>
                      <a:tailEnd type="none" w="med" len="med"/>
                    </a:lnL>
                    <a:lnR w="6350" cap="flat" cmpd="sng" algn="ctr">
                      <a:solidFill>
                        <a:srgbClr val="0070C0"/>
                      </a:solidFill>
                      <a:prstDash val="solid"/>
                      <a:round/>
                      <a:headEnd type="none" w="med" len="med"/>
                      <a:tailEnd type="none" w="med" len="med"/>
                    </a:lnR>
                    <a:lnT w="6350" cap="flat" cmpd="sng" algn="ctr">
                      <a:solidFill>
                        <a:srgbClr val="0070C0"/>
                      </a:solidFill>
                      <a:prstDash val="solid"/>
                      <a:round/>
                      <a:headEnd type="none" w="med" len="med"/>
                      <a:tailEnd type="none" w="med" len="med"/>
                    </a:lnT>
                    <a:lnB w="6350" cap="flat" cmpd="sng" algn="ctr">
                      <a:solidFill>
                        <a:srgbClr val="0070C0"/>
                      </a:solidFill>
                      <a:prstDash val="solid"/>
                      <a:round/>
                      <a:headEnd type="none" w="med" len="med"/>
                      <a:tailEnd type="none" w="med" len="med"/>
                    </a:lnB>
                    <a:solidFill>
                      <a:schemeClr val="bg1"/>
                    </a:solidFill>
                  </a:tcPr>
                </a:tc>
                <a:tc hMerge="1">
                  <a:txBody>
                    <a:bodyPr/>
                    <a:lstStyle/>
                    <a:p>
                      <a:endParaRPr lang="zh-CN"/>
                    </a:p>
                  </a:txBody>
                  <a:tcPr/>
                </a:tc>
                <a:tc>
                  <a:txBody>
                    <a:bodyPr/>
                    <a:lstStyle/>
                    <a:p>
                      <a:pPr marL="0" marR="0" indent="0" algn="ctr" defTabSz="685800" rtl="0" eaLnBrk="1" fontAlgn="auto" latinLnBrk="0" hangingPunct="1">
                        <a:lnSpc>
                          <a:spcPct val="100000"/>
                        </a:lnSpc>
                        <a:spcBef>
                          <a:spcPts val="0"/>
                        </a:spcBef>
                        <a:spcAft>
                          <a:spcPts val="0"/>
                        </a:spcAft>
                        <a:buClrTx/>
                        <a:buSzTx/>
                        <a:buFontTx/>
                        <a:buNone/>
                        <a:defRPr/>
                      </a:pPr>
                      <a:r>
                        <a:rPr lang="zh-CN" altLang="en-US" sz="800" dirty="0" smtClean="0">
                          <a:latin typeface="Calibri" panose="020F0502020204030204" charset="0"/>
                          <a:ea typeface="微软雅黑" panose="020B0503020204020204" pitchFamily="34" charset="-122"/>
                          <a:cs typeface="Calibri" panose="020F0502020204030204" charset="0"/>
                        </a:rPr>
                        <a:t>Standard configuration</a:t>
                      </a:r>
                    </a:p>
                  </a:txBody>
                  <a:tcPr anchor="ctr">
                    <a:lnL w="6350" cap="flat" cmpd="sng" algn="ctr">
                      <a:solidFill>
                        <a:srgbClr val="0070C0"/>
                      </a:solidFill>
                      <a:prstDash val="solid"/>
                      <a:round/>
                      <a:headEnd type="none" w="med" len="med"/>
                      <a:tailEnd type="none" w="med" len="med"/>
                    </a:lnL>
                    <a:lnR w="6350" cap="flat" cmpd="sng" algn="ctr">
                      <a:solidFill>
                        <a:srgbClr val="0070C0"/>
                      </a:solidFill>
                      <a:prstDash val="solid"/>
                      <a:round/>
                      <a:headEnd type="none" w="med" len="med"/>
                      <a:tailEnd type="none" w="med" len="med"/>
                    </a:lnR>
                    <a:lnT w="6350" cap="flat" cmpd="sng" algn="ctr">
                      <a:solidFill>
                        <a:srgbClr val="0070C0"/>
                      </a:solidFill>
                      <a:prstDash val="solid"/>
                      <a:round/>
                      <a:headEnd type="none" w="med" len="med"/>
                      <a:tailEnd type="none" w="med" len="med"/>
                    </a:lnT>
                    <a:lnB w="6350" cap="flat" cmpd="sng" algn="ctr">
                      <a:solidFill>
                        <a:srgbClr val="0070C0"/>
                      </a:solidFill>
                      <a:prstDash val="solid"/>
                      <a:round/>
                      <a:headEnd type="none" w="med" len="med"/>
                      <a:tailEnd type="none" w="med" len="med"/>
                    </a:lnB>
                    <a:solidFill>
                      <a:schemeClr val="bg1"/>
                    </a:solidFill>
                  </a:tcPr>
                </a:tc>
                <a:tc>
                  <a:txBody>
                    <a:bodyPr/>
                    <a:lstStyle/>
                    <a:p>
                      <a:pPr algn="ctr"/>
                      <a:r>
                        <a:rPr lang="en-US" altLang="zh-CN" sz="800" dirty="0" smtClean="0">
                          <a:latin typeface="Calibri" panose="020F0502020204030204" charset="0"/>
                          <a:ea typeface="微软雅黑" panose="020B0503020204020204" pitchFamily="34" charset="-122"/>
                          <a:cs typeface="Calibri" panose="020F0502020204030204" charset="0"/>
                        </a:rPr>
                        <a:t>2</a:t>
                      </a:r>
                    </a:p>
                  </a:txBody>
                  <a:tcPr anchor="ctr">
                    <a:lnL w="6350" cap="flat" cmpd="sng" algn="ctr">
                      <a:solidFill>
                        <a:srgbClr val="0070C0"/>
                      </a:solidFill>
                      <a:prstDash val="solid"/>
                      <a:round/>
                      <a:headEnd type="none" w="med" len="med"/>
                      <a:tailEnd type="none" w="med" len="med"/>
                    </a:lnL>
                    <a:lnR w="6350" cap="flat" cmpd="sng" algn="ctr">
                      <a:solidFill>
                        <a:srgbClr val="0070C0"/>
                      </a:solidFill>
                      <a:prstDash val="solid"/>
                      <a:round/>
                      <a:headEnd type="none" w="med" len="med"/>
                      <a:tailEnd type="none" w="med" len="med"/>
                    </a:lnR>
                    <a:lnT w="6350" cap="flat" cmpd="sng" algn="ctr">
                      <a:solidFill>
                        <a:srgbClr val="0070C0"/>
                      </a:solidFill>
                      <a:prstDash val="solid"/>
                      <a:round/>
                      <a:headEnd type="none" w="med" len="med"/>
                      <a:tailEnd type="none" w="med" len="med"/>
                    </a:lnT>
                    <a:lnB w="6350" cap="flat" cmpd="sng" algn="ctr">
                      <a:solidFill>
                        <a:srgbClr val="0070C0"/>
                      </a:solidFill>
                      <a:prstDash val="solid"/>
                      <a:round/>
                      <a:headEnd type="none" w="med" len="med"/>
                      <a:tailEnd type="none" w="med" len="med"/>
                    </a:lnB>
                    <a:solidFill>
                      <a:schemeClr val="bg1"/>
                    </a:solidFill>
                  </a:tcPr>
                </a:tc>
                <a:tc>
                  <a:txBody>
                    <a:bodyPr/>
                    <a:lstStyle/>
                    <a:p>
                      <a:pPr algn="ctr"/>
                      <a:r>
                        <a:rPr lang="zh-CN" altLang="en-US" sz="800" dirty="0" smtClean="0">
                          <a:latin typeface="Calibri" panose="020F0502020204030204" charset="0"/>
                          <a:ea typeface="微软雅黑" panose="020B0503020204020204" pitchFamily="34" charset="-122"/>
                          <a:cs typeface="Calibri" panose="020F0502020204030204" charset="0"/>
                        </a:rPr>
                        <a:t>Page</a:t>
                      </a:r>
                    </a:p>
                  </a:txBody>
                  <a:tcPr anchor="ctr">
                    <a:lnL w="6350" cap="flat" cmpd="sng" algn="ctr">
                      <a:solidFill>
                        <a:srgbClr val="0070C0"/>
                      </a:solidFill>
                      <a:prstDash val="solid"/>
                      <a:round/>
                      <a:headEnd type="none" w="med" len="med"/>
                      <a:tailEnd type="none" w="med" len="med"/>
                    </a:lnL>
                    <a:lnR w="6350" cap="flat" cmpd="sng" algn="ctr">
                      <a:solidFill>
                        <a:srgbClr val="0070C0"/>
                      </a:solidFill>
                      <a:prstDash val="solid"/>
                      <a:round/>
                      <a:headEnd type="none" w="med" len="med"/>
                      <a:tailEnd type="none" w="med" len="med"/>
                    </a:lnR>
                    <a:lnT w="6350" cap="flat" cmpd="sng" algn="ctr">
                      <a:solidFill>
                        <a:srgbClr val="0070C0"/>
                      </a:solidFill>
                      <a:prstDash val="solid"/>
                      <a:round/>
                      <a:headEnd type="none" w="med" len="med"/>
                      <a:tailEnd type="none" w="med" len="med"/>
                    </a:lnT>
                    <a:lnB w="6350" cap="flat" cmpd="sng" algn="ctr">
                      <a:solidFill>
                        <a:srgbClr val="0070C0"/>
                      </a:solidFill>
                      <a:prstDash val="solid"/>
                      <a:round/>
                      <a:headEnd type="none" w="med" len="med"/>
                      <a:tailEnd type="none" w="med" len="med"/>
                    </a:lnB>
                    <a:solidFill>
                      <a:schemeClr val="bg1"/>
                    </a:solidFill>
                  </a:tcPr>
                </a:tc>
                <a:tc>
                  <a:txBody>
                    <a:bodyPr/>
                    <a:lstStyle/>
                    <a:p>
                      <a:pPr algn="ctr"/>
                      <a:endParaRPr lang="zh-CN" altLang="en-US" sz="800" dirty="0">
                        <a:latin typeface="Calibri" panose="020F0502020204030204" charset="0"/>
                        <a:ea typeface="微软雅黑" panose="020B0503020204020204" pitchFamily="34" charset="-122"/>
                        <a:cs typeface="Calibri" panose="020F0502020204030204" charset="0"/>
                      </a:endParaRPr>
                    </a:p>
                  </a:txBody>
                  <a:tcPr anchor="ctr">
                    <a:lnL w="6350" cap="flat" cmpd="sng" algn="ctr">
                      <a:solidFill>
                        <a:srgbClr val="0070C0"/>
                      </a:solidFill>
                      <a:prstDash val="solid"/>
                      <a:round/>
                      <a:headEnd type="none" w="med" len="med"/>
                      <a:tailEnd type="none" w="med" len="med"/>
                    </a:lnL>
                    <a:lnR w="6350" cap="flat" cmpd="sng" algn="ctr">
                      <a:solidFill>
                        <a:srgbClr val="0070C0"/>
                      </a:solidFill>
                      <a:prstDash val="solid"/>
                      <a:round/>
                      <a:headEnd type="none" w="med" len="med"/>
                      <a:tailEnd type="none" w="med" len="med"/>
                    </a:lnR>
                    <a:lnT w="6350" cap="flat" cmpd="sng" algn="ctr">
                      <a:solidFill>
                        <a:srgbClr val="0070C0"/>
                      </a:solidFill>
                      <a:prstDash val="solid"/>
                      <a:round/>
                      <a:headEnd type="none" w="med" len="med"/>
                      <a:tailEnd type="none" w="med" len="med"/>
                    </a:lnT>
                    <a:lnB w="6350" cap="flat" cmpd="sng" algn="ctr">
                      <a:solidFill>
                        <a:srgbClr val="0070C0"/>
                      </a:solidFill>
                      <a:prstDash val="solid"/>
                      <a:round/>
                      <a:headEnd type="none" w="med" len="med"/>
                      <a:tailEnd type="none" w="med" len="med"/>
                    </a:lnB>
                    <a:solidFill>
                      <a:schemeClr val="bg1"/>
                    </a:solidFill>
                  </a:tcPr>
                </a:tc>
                <a:extLst>
                  <a:ext uri="{0D108BD9-81ED-4DB2-BD59-A6C34878D82A}">
                    <a16:rowId xmlns:a16="http://schemas.microsoft.com/office/drawing/2014/main" val="10009"/>
                  </a:ext>
                </a:extLst>
              </a:tr>
              <a:tr h="332385">
                <a:tc>
                  <a:txBody>
                    <a:bodyPr/>
                    <a:lstStyle/>
                    <a:p>
                      <a:pPr algn="ctr"/>
                      <a:r>
                        <a:rPr lang="en-US" altLang="zh-CN" sz="800" dirty="0" smtClean="0">
                          <a:latin typeface="Calibri" panose="020F0502020204030204" charset="0"/>
                          <a:ea typeface="微软雅黑" panose="020B0503020204020204" pitchFamily="34" charset="-122"/>
                          <a:cs typeface="Calibri" panose="020F0502020204030204" charset="0"/>
                        </a:rPr>
                        <a:t>10</a:t>
                      </a:r>
                    </a:p>
                  </a:txBody>
                  <a:tcPr anchor="ctr">
                    <a:lnL w="6350" cap="flat" cmpd="sng" algn="ctr">
                      <a:solidFill>
                        <a:srgbClr val="0070C0"/>
                      </a:solidFill>
                      <a:prstDash val="solid"/>
                      <a:round/>
                      <a:headEnd type="none" w="med" len="med"/>
                      <a:tailEnd type="none" w="med" len="med"/>
                    </a:lnL>
                    <a:lnR w="6350" cap="flat" cmpd="sng" algn="ctr">
                      <a:solidFill>
                        <a:srgbClr val="0070C0"/>
                      </a:solidFill>
                      <a:prstDash val="solid"/>
                      <a:round/>
                      <a:headEnd type="none" w="med" len="med"/>
                      <a:tailEnd type="none" w="med" len="med"/>
                    </a:lnR>
                    <a:lnT w="6350" cap="flat" cmpd="sng" algn="ctr">
                      <a:solidFill>
                        <a:srgbClr val="0070C0"/>
                      </a:solidFill>
                      <a:prstDash val="solid"/>
                      <a:round/>
                      <a:headEnd type="none" w="med" len="med"/>
                      <a:tailEnd type="none" w="med" len="med"/>
                    </a:lnT>
                    <a:lnB w="6350" cap="flat" cmpd="sng" algn="ctr">
                      <a:solidFill>
                        <a:srgbClr val="0070C0"/>
                      </a:solidFill>
                      <a:prstDash val="solid"/>
                      <a:round/>
                      <a:headEnd type="none" w="med" len="med"/>
                      <a:tailEnd type="none" w="med" len="med"/>
                    </a:lnB>
                    <a:solidFill>
                      <a:schemeClr val="bg1"/>
                    </a:solidFill>
                  </a:tcPr>
                </a:tc>
                <a:tc gridSpan="2">
                  <a:txBody>
                    <a:bodyPr/>
                    <a:lstStyle/>
                    <a:p>
                      <a:pPr algn="ctr"/>
                      <a:r>
                        <a:rPr lang="zh-CN" altLang="en-US" sz="800" dirty="0" smtClean="0">
                          <a:latin typeface="Calibri" panose="020F0502020204030204" charset="0"/>
                          <a:ea typeface="微软雅黑" panose="020B0503020204020204" pitchFamily="34" charset="-122"/>
                          <a:cs typeface="Calibri" panose="020F0502020204030204" charset="0"/>
                        </a:rPr>
                        <a:t>Equipment training report</a:t>
                      </a:r>
                    </a:p>
                  </a:txBody>
                  <a:tcPr anchor="ctr">
                    <a:lnL w="6350" cap="flat" cmpd="sng" algn="ctr">
                      <a:solidFill>
                        <a:srgbClr val="0070C0"/>
                      </a:solidFill>
                      <a:prstDash val="solid"/>
                      <a:round/>
                      <a:headEnd type="none" w="med" len="med"/>
                      <a:tailEnd type="none" w="med" len="med"/>
                    </a:lnL>
                    <a:lnR w="6350" cap="flat" cmpd="sng" algn="ctr">
                      <a:solidFill>
                        <a:srgbClr val="0070C0"/>
                      </a:solidFill>
                      <a:prstDash val="solid"/>
                      <a:round/>
                      <a:headEnd type="none" w="med" len="med"/>
                      <a:tailEnd type="none" w="med" len="med"/>
                    </a:lnR>
                    <a:lnT w="6350" cap="flat" cmpd="sng" algn="ctr">
                      <a:solidFill>
                        <a:srgbClr val="0070C0"/>
                      </a:solidFill>
                      <a:prstDash val="solid"/>
                      <a:round/>
                      <a:headEnd type="none" w="med" len="med"/>
                      <a:tailEnd type="none" w="med" len="med"/>
                    </a:lnT>
                    <a:lnB w="6350" cap="flat" cmpd="sng" algn="ctr">
                      <a:solidFill>
                        <a:srgbClr val="0070C0"/>
                      </a:solidFill>
                      <a:prstDash val="solid"/>
                      <a:round/>
                      <a:headEnd type="none" w="med" len="med"/>
                      <a:tailEnd type="none" w="med" len="med"/>
                    </a:lnB>
                    <a:solidFill>
                      <a:schemeClr val="bg1"/>
                    </a:solidFill>
                  </a:tcPr>
                </a:tc>
                <a:tc hMerge="1">
                  <a:txBody>
                    <a:bodyPr/>
                    <a:lstStyle/>
                    <a:p>
                      <a:endParaRPr lang="zh-CN"/>
                    </a:p>
                  </a:txBody>
                  <a:tcPr/>
                </a:tc>
                <a:tc>
                  <a:txBody>
                    <a:bodyPr/>
                    <a:lstStyle/>
                    <a:p>
                      <a:pPr marL="0" marR="0" indent="0" algn="ctr" defTabSz="685800" rtl="0" eaLnBrk="1" fontAlgn="auto" latinLnBrk="0" hangingPunct="1">
                        <a:lnSpc>
                          <a:spcPct val="100000"/>
                        </a:lnSpc>
                        <a:spcBef>
                          <a:spcPts val="0"/>
                        </a:spcBef>
                        <a:spcAft>
                          <a:spcPts val="0"/>
                        </a:spcAft>
                        <a:buClrTx/>
                        <a:buSzTx/>
                        <a:buFontTx/>
                        <a:buNone/>
                        <a:defRPr/>
                      </a:pPr>
                      <a:r>
                        <a:rPr lang="zh-CN" altLang="en-US" sz="800" dirty="0" smtClean="0">
                          <a:latin typeface="Calibri" panose="020F0502020204030204" charset="0"/>
                          <a:ea typeface="微软雅黑" panose="020B0503020204020204" pitchFamily="34" charset="-122"/>
                          <a:cs typeface="Calibri" panose="020F0502020204030204" charset="0"/>
                        </a:rPr>
                        <a:t>Standard configuration</a:t>
                      </a:r>
                    </a:p>
                  </a:txBody>
                  <a:tcPr anchor="ctr">
                    <a:lnL w="6350" cap="flat" cmpd="sng" algn="ctr">
                      <a:solidFill>
                        <a:srgbClr val="0070C0"/>
                      </a:solidFill>
                      <a:prstDash val="solid"/>
                      <a:round/>
                      <a:headEnd type="none" w="med" len="med"/>
                      <a:tailEnd type="none" w="med" len="med"/>
                    </a:lnL>
                    <a:lnR w="6350" cap="flat" cmpd="sng" algn="ctr">
                      <a:solidFill>
                        <a:srgbClr val="0070C0"/>
                      </a:solidFill>
                      <a:prstDash val="solid"/>
                      <a:round/>
                      <a:headEnd type="none" w="med" len="med"/>
                      <a:tailEnd type="none" w="med" len="med"/>
                    </a:lnR>
                    <a:lnT w="6350" cap="flat" cmpd="sng" algn="ctr">
                      <a:solidFill>
                        <a:srgbClr val="0070C0"/>
                      </a:solidFill>
                      <a:prstDash val="solid"/>
                      <a:round/>
                      <a:headEnd type="none" w="med" len="med"/>
                      <a:tailEnd type="none" w="med" len="med"/>
                    </a:lnT>
                    <a:lnB w="6350" cap="flat" cmpd="sng" algn="ctr">
                      <a:solidFill>
                        <a:srgbClr val="0070C0"/>
                      </a:solidFill>
                      <a:prstDash val="solid"/>
                      <a:round/>
                      <a:headEnd type="none" w="med" len="med"/>
                      <a:tailEnd type="none" w="med" len="med"/>
                    </a:lnB>
                    <a:solidFill>
                      <a:schemeClr val="bg1"/>
                    </a:solidFill>
                  </a:tcPr>
                </a:tc>
                <a:tc>
                  <a:txBody>
                    <a:bodyPr/>
                    <a:lstStyle/>
                    <a:p>
                      <a:pPr algn="ctr"/>
                      <a:r>
                        <a:rPr lang="en-US" altLang="zh-CN" sz="800" dirty="0" smtClean="0">
                          <a:latin typeface="Calibri" panose="020F0502020204030204" charset="0"/>
                          <a:ea typeface="微软雅黑" panose="020B0503020204020204" pitchFamily="34" charset="-122"/>
                          <a:cs typeface="Calibri" panose="020F0502020204030204" charset="0"/>
                        </a:rPr>
                        <a:t>2</a:t>
                      </a:r>
                    </a:p>
                  </a:txBody>
                  <a:tcPr anchor="ctr">
                    <a:lnL w="6350" cap="flat" cmpd="sng" algn="ctr">
                      <a:solidFill>
                        <a:srgbClr val="0070C0"/>
                      </a:solidFill>
                      <a:prstDash val="solid"/>
                      <a:round/>
                      <a:headEnd type="none" w="med" len="med"/>
                      <a:tailEnd type="none" w="med" len="med"/>
                    </a:lnL>
                    <a:lnR w="6350" cap="flat" cmpd="sng" algn="ctr">
                      <a:solidFill>
                        <a:srgbClr val="0070C0"/>
                      </a:solidFill>
                      <a:prstDash val="solid"/>
                      <a:round/>
                      <a:headEnd type="none" w="med" len="med"/>
                      <a:tailEnd type="none" w="med" len="med"/>
                    </a:lnR>
                    <a:lnT w="6350" cap="flat" cmpd="sng" algn="ctr">
                      <a:solidFill>
                        <a:srgbClr val="0070C0"/>
                      </a:solidFill>
                      <a:prstDash val="solid"/>
                      <a:round/>
                      <a:headEnd type="none" w="med" len="med"/>
                      <a:tailEnd type="none" w="med" len="med"/>
                    </a:lnT>
                    <a:lnB w="6350" cap="flat" cmpd="sng" algn="ctr">
                      <a:solidFill>
                        <a:srgbClr val="0070C0"/>
                      </a:solidFill>
                      <a:prstDash val="solid"/>
                      <a:round/>
                      <a:headEnd type="none" w="med" len="med"/>
                      <a:tailEnd type="none" w="med" len="med"/>
                    </a:lnB>
                    <a:solidFill>
                      <a:schemeClr val="bg1"/>
                    </a:solidFill>
                  </a:tcPr>
                </a:tc>
                <a:tc>
                  <a:txBody>
                    <a:bodyPr/>
                    <a:lstStyle/>
                    <a:p>
                      <a:pPr algn="ctr"/>
                      <a:r>
                        <a:rPr lang="zh-CN" altLang="en-US" sz="800" dirty="0" smtClean="0">
                          <a:latin typeface="Calibri" panose="020F0502020204030204" charset="0"/>
                          <a:ea typeface="微软雅黑" panose="020B0503020204020204" pitchFamily="34" charset="-122"/>
                          <a:cs typeface="Calibri" panose="020F0502020204030204" charset="0"/>
                        </a:rPr>
                        <a:t>Page</a:t>
                      </a:r>
                    </a:p>
                  </a:txBody>
                  <a:tcPr anchor="ctr">
                    <a:lnL w="6350" cap="flat" cmpd="sng" algn="ctr">
                      <a:solidFill>
                        <a:srgbClr val="0070C0"/>
                      </a:solidFill>
                      <a:prstDash val="solid"/>
                      <a:round/>
                      <a:headEnd type="none" w="med" len="med"/>
                      <a:tailEnd type="none" w="med" len="med"/>
                    </a:lnL>
                    <a:lnR w="6350" cap="flat" cmpd="sng" algn="ctr">
                      <a:solidFill>
                        <a:srgbClr val="0070C0"/>
                      </a:solidFill>
                      <a:prstDash val="solid"/>
                      <a:round/>
                      <a:headEnd type="none" w="med" len="med"/>
                      <a:tailEnd type="none" w="med" len="med"/>
                    </a:lnR>
                    <a:lnT w="6350" cap="flat" cmpd="sng" algn="ctr">
                      <a:solidFill>
                        <a:srgbClr val="0070C0"/>
                      </a:solidFill>
                      <a:prstDash val="solid"/>
                      <a:round/>
                      <a:headEnd type="none" w="med" len="med"/>
                      <a:tailEnd type="none" w="med" len="med"/>
                    </a:lnT>
                    <a:lnB w="6350" cap="flat" cmpd="sng" algn="ctr">
                      <a:solidFill>
                        <a:srgbClr val="0070C0"/>
                      </a:solidFill>
                      <a:prstDash val="solid"/>
                      <a:round/>
                      <a:headEnd type="none" w="med" len="med"/>
                      <a:tailEnd type="none" w="med" len="med"/>
                    </a:lnB>
                    <a:solidFill>
                      <a:schemeClr val="bg1"/>
                    </a:solidFill>
                  </a:tcPr>
                </a:tc>
                <a:tc>
                  <a:txBody>
                    <a:bodyPr/>
                    <a:lstStyle/>
                    <a:p>
                      <a:pPr algn="ctr"/>
                      <a:endParaRPr lang="zh-CN" altLang="en-US" sz="800" dirty="0">
                        <a:latin typeface="Calibri" panose="020F0502020204030204" charset="0"/>
                        <a:ea typeface="微软雅黑" panose="020B0503020204020204" pitchFamily="34" charset="-122"/>
                        <a:cs typeface="Calibri" panose="020F0502020204030204" charset="0"/>
                      </a:endParaRPr>
                    </a:p>
                  </a:txBody>
                  <a:tcPr anchor="ctr">
                    <a:lnL w="6350" cap="flat" cmpd="sng" algn="ctr">
                      <a:solidFill>
                        <a:srgbClr val="0070C0"/>
                      </a:solidFill>
                      <a:prstDash val="solid"/>
                      <a:round/>
                      <a:headEnd type="none" w="med" len="med"/>
                      <a:tailEnd type="none" w="med" len="med"/>
                    </a:lnL>
                    <a:lnR w="6350" cap="flat" cmpd="sng" algn="ctr">
                      <a:solidFill>
                        <a:srgbClr val="0070C0"/>
                      </a:solidFill>
                      <a:prstDash val="solid"/>
                      <a:round/>
                      <a:headEnd type="none" w="med" len="med"/>
                      <a:tailEnd type="none" w="med" len="med"/>
                    </a:lnR>
                    <a:lnT w="6350" cap="flat" cmpd="sng" algn="ctr">
                      <a:solidFill>
                        <a:srgbClr val="0070C0"/>
                      </a:solidFill>
                      <a:prstDash val="solid"/>
                      <a:round/>
                      <a:headEnd type="none" w="med" len="med"/>
                      <a:tailEnd type="none" w="med" len="med"/>
                    </a:lnT>
                    <a:lnB w="6350" cap="flat" cmpd="sng" algn="ctr">
                      <a:solidFill>
                        <a:srgbClr val="0070C0"/>
                      </a:solidFill>
                      <a:prstDash val="solid"/>
                      <a:round/>
                      <a:headEnd type="none" w="med" len="med"/>
                      <a:tailEnd type="none" w="med" len="med"/>
                    </a:lnB>
                    <a:solidFill>
                      <a:schemeClr val="bg1"/>
                    </a:solidFill>
                  </a:tcPr>
                </a:tc>
                <a:extLst>
                  <a:ext uri="{0D108BD9-81ED-4DB2-BD59-A6C34878D82A}">
                    <a16:rowId xmlns:a16="http://schemas.microsoft.com/office/drawing/2014/main" val="10010"/>
                  </a:ext>
                </a:extLst>
              </a:tr>
              <a:tr h="332385">
                <a:tc>
                  <a:txBody>
                    <a:bodyPr/>
                    <a:lstStyle/>
                    <a:p>
                      <a:pPr algn="ctr"/>
                      <a:r>
                        <a:rPr lang="en-US" altLang="zh-CN" sz="800" dirty="0" smtClean="0">
                          <a:latin typeface="Calibri" panose="020F0502020204030204" charset="0"/>
                          <a:ea typeface="微软雅黑" panose="020B0503020204020204" pitchFamily="34" charset="-122"/>
                          <a:cs typeface="Calibri" panose="020F0502020204030204" charset="0"/>
                        </a:rPr>
                        <a:t>11</a:t>
                      </a:r>
                    </a:p>
                  </a:txBody>
                  <a:tcPr anchor="ctr">
                    <a:lnL w="6350" cap="flat" cmpd="sng" algn="ctr">
                      <a:solidFill>
                        <a:srgbClr val="0070C0"/>
                      </a:solidFill>
                      <a:prstDash val="solid"/>
                      <a:round/>
                      <a:headEnd type="none" w="med" len="med"/>
                      <a:tailEnd type="none" w="med" len="med"/>
                    </a:lnL>
                    <a:lnR w="6350" cap="flat" cmpd="sng" algn="ctr">
                      <a:solidFill>
                        <a:srgbClr val="0070C0"/>
                      </a:solidFill>
                      <a:prstDash val="solid"/>
                      <a:round/>
                      <a:headEnd type="none" w="med" len="med"/>
                      <a:tailEnd type="none" w="med" len="med"/>
                    </a:lnR>
                    <a:lnT w="6350" cap="flat" cmpd="sng" algn="ctr">
                      <a:solidFill>
                        <a:srgbClr val="0070C0"/>
                      </a:solidFill>
                      <a:prstDash val="solid"/>
                      <a:round/>
                      <a:headEnd type="none" w="med" len="med"/>
                      <a:tailEnd type="none" w="med" len="med"/>
                    </a:lnT>
                    <a:lnB w="6350" cap="flat" cmpd="sng" algn="ctr">
                      <a:solidFill>
                        <a:srgbClr val="0070C0"/>
                      </a:solidFill>
                      <a:prstDash val="solid"/>
                      <a:round/>
                      <a:headEnd type="none" w="med" len="med"/>
                      <a:tailEnd type="none" w="med" len="med"/>
                    </a:lnB>
                    <a:solidFill>
                      <a:schemeClr val="bg1"/>
                    </a:solidFill>
                  </a:tcPr>
                </a:tc>
                <a:tc gridSpan="2">
                  <a:txBody>
                    <a:bodyPr/>
                    <a:lstStyle/>
                    <a:p>
                      <a:pPr algn="ctr"/>
                      <a:r>
                        <a:rPr lang="zh-CN" altLang="en-US" sz="800" dirty="0" smtClean="0">
                          <a:latin typeface="Calibri" panose="020F0502020204030204" charset="0"/>
                          <a:ea typeface="微软雅黑" panose="020B0503020204020204" pitchFamily="34" charset="-122"/>
                          <a:cs typeface="Calibri" panose="020F0502020204030204" charset="0"/>
                        </a:rPr>
                        <a:t>Equipment instruction manual</a:t>
                      </a:r>
                    </a:p>
                  </a:txBody>
                  <a:tcPr anchor="ctr">
                    <a:lnL w="6350" cap="flat" cmpd="sng" algn="ctr">
                      <a:solidFill>
                        <a:srgbClr val="0070C0"/>
                      </a:solidFill>
                      <a:prstDash val="solid"/>
                      <a:round/>
                      <a:headEnd type="none" w="med" len="med"/>
                      <a:tailEnd type="none" w="med" len="med"/>
                    </a:lnL>
                    <a:lnR w="6350" cap="flat" cmpd="sng" algn="ctr">
                      <a:solidFill>
                        <a:srgbClr val="0070C0"/>
                      </a:solidFill>
                      <a:prstDash val="solid"/>
                      <a:round/>
                      <a:headEnd type="none" w="med" len="med"/>
                      <a:tailEnd type="none" w="med" len="med"/>
                    </a:lnR>
                    <a:lnT w="6350" cap="flat" cmpd="sng" algn="ctr">
                      <a:solidFill>
                        <a:srgbClr val="0070C0"/>
                      </a:solidFill>
                      <a:prstDash val="solid"/>
                      <a:round/>
                      <a:headEnd type="none" w="med" len="med"/>
                      <a:tailEnd type="none" w="med" len="med"/>
                    </a:lnT>
                    <a:lnB w="6350" cap="flat" cmpd="sng" algn="ctr">
                      <a:solidFill>
                        <a:srgbClr val="0070C0"/>
                      </a:solidFill>
                      <a:prstDash val="solid"/>
                      <a:round/>
                      <a:headEnd type="none" w="med" len="med"/>
                      <a:tailEnd type="none" w="med" len="med"/>
                    </a:lnB>
                    <a:solidFill>
                      <a:schemeClr val="bg1"/>
                    </a:solidFill>
                  </a:tcPr>
                </a:tc>
                <a:tc hMerge="1">
                  <a:txBody>
                    <a:bodyPr/>
                    <a:lstStyle/>
                    <a:p>
                      <a:endParaRPr lang="zh-CN"/>
                    </a:p>
                  </a:txBody>
                  <a:tcPr/>
                </a:tc>
                <a:tc>
                  <a:txBody>
                    <a:bodyPr/>
                    <a:lstStyle/>
                    <a:p>
                      <a:pPr marL="0" marR="0" indent="0" algn="ctr" defTabSz="685800" rtl="0" eaLnBrk="1" fontAlgn="auto" latinLnBrk="0" hangingPunct="1">
                        <a:lnSpc>
                          <a:spcPct val="100000"/>
                        </a:lnSpc>
                        <a:spcBef>
                          <a:spcPts val="0"/>
                        </a:spcBef>
                        <a:spcAft>
                          <a:spcPts val="0"/>
                        </a:spcAft>
                        <a:buClrTx/>
                        <a:buSzTx/>
                        <a:buFontTx/>
                        <a:buNone/>
                        <a:defRPr/>
                      </a:pPr>
                      <a:r>
                        <a:rPr lang="zh-CN" altLang="en-US" sz="800" dirty="0" smtClean="0">
                          <a:latin typeface="Calibri" panose="020F0502020204030204" charset="0"/>
                          <a:ea typeface="微软雅黑" panose="020B0503020204020204" pitchFamily="34" charset="-122"/>
                          <a:cs typeface="Calibri" panose="020F0502020204030204" charset="0"/>
                        </a:rPr>
                        <a:t>Standard configuration</a:t>
                      </a:r>
                    </a:p>
                  </a:txBody>
                  <a:tcPr anchor="ctr">
                    <a:lnL w="6350" cap="flat" cmpd="sng" algn="ctr">
                      <a:solidFill>
                        <a:srgbClr val="0070C0"/>
                      </a:solidFill>
                      <a:prstDash val="solid"/>
                      <a:round/>
                      <a:headEnd type="none" w="med" len="med"/>
                      <a:tailEnd type="none" w="med" len="med"/>
                    </a:lnL>
                    <a:lnR w="6350" cap="flat" cmpd="sng" algn="ctr">
                      <a:solidFill>
                        <a:srgbClr val="0070C0"/>
                      </a:solidFill>
                      <a:prstDash val="solid"/>
                      <a:round/>
                      <a:headEnd type="none" w="med" len="med"/>
                      <a:tailEnd type="none" w="med" len="med"/>
                    </a:lnR>
                    <a:lnT w="6350" cap="flat" cmpd="sng" algn="ctr">
                      <a:solidFill>
                        <a:srgbClr val="0070C0"/>
                      </a:solidFill>
                      <a:prstDash val="solid"/>
                      <a:round/>
                      <a:headEnd type="none" w="med" len="med"/>
                      <a:tailEnd type="none" w="med" len="med"/>
                    </a:lnT>
                    <a:lnB w="6350" cap="flat" cmpd="sng" algn="ctr">
                      <a:solidFill>
                        <a:srgbClr val="0070C0"/>
                      </a:solidFill>
                      <a:prstDash val="solid"/>
                      <a:round/>
                      <a:headEnd type="none" w="med" len="med"/>
                      <a:tailEnd type="none" w="med" len="med"/>
                    </a:lnB>
                    <a:solidFill>
                      <a:schemeClr val="bg1"/>
                    </a:solidFill>
                  </a:tcPr>
                </a:tc>
                <a:tc>
                  <a:txBody>
                    <a:bodyPr/>
                    <a:lstStyle/>
                    <a:p>
                      <a:pPr algn="ctr"/>
                      <a:r>
                        <a:rPr lang="en-US" altLang="zh-CN" sz="800" dirty="0" smtClean="0">
                          <a:latin typeface="Calibri" panose="020F0502020204030204" charset="0"/>
                          <a:ea typeface="微软雅黑" panose="020B0503020204020204" pitchFamily="34" charset="-122"/>
                          <a:cs typeface="Calibri" panose="020F0502020204030204" charset="0"/>
                        </a:rPr>
                        <a:t>1</a:t>
                      </a:r>
                    </a:p>
                  </a:txBody>
                  <a:tcPr anchor="ctr">
                    <a:lnL w="6350" cap="flat" cmpd="sng" algn="ctr">
                      <a:solidFill>
                        <a:srgbClr val="0070C0"/>
                      </a:solidFill>
                      <a:prstDash val="solid"/>
                      <a:round/>
                      <a:headEnd type="none" w="med" len="med"/>
                      <a:tailEnd type="none" w="med" len="med"/>
                    </a:lnL>
                    <a:lnR w="6350" cap="flat" cmpd="sng" algn="ctr">
                      <a:solidFill>
                        <a:srgbClr val="0070C0"/>
                      </a:solidFill>
                      <a:prstDash val="solid"/>
                      <a:round/>
                      <a:headEnd type="none" w="med" len="med"/>
                      <a:tailEnd type="none" w="med" len="med"/>
                    </a:lnR>
                    <a:lnT w="6350" cap="flat" cmpd="sng" algn="ctr">
                      <a:solidFill>
                        <a:srgbClr val="0070C0"/>
                      </a:solidFill>
                      <a:prstDash val="solid"/>
                      <a:round/>
                      <a:headEnd type="none" w="med" len="med"/>
                      <a:tailEnd type="none" w="med" len="med"/>
                    </a:lnT>
                    <a:lnB w="6350" cap="flat" cmpd="sng" algn="ctr">
                      <a:solidFill>
                        <a:srgbClr val="0070C0"/>
                      </a:solidFill>
                      <a:prstDash val="solid"/>
                      <a:round/>
                      <a:headEnd type="none" w="med" len="med"/>
                      <a:tailEnd type="none" w="med" len="med"/>
                    </a:lnB>
                    <a:solidFill>
                      <a:schemeClr val="bg1"/>
                    </a:solidFill>
                  </a:tcPr>
                </a:tc>
                <a:tc>
                  <a:txBody>
                    <a:bodyPr/>
                    <a:lstStyle/>
                    <a:p>
                      <a:pPr algn="ctr"/>
                      <a:r>
                        <a:rPr lang="zh-CN" altLang="en-US" sz="800" dirty="0" smtClean="0">
                          <a:latin typeface="Calibri" panose="020F0502020204030204" charset="0"/>
                          <a:ea typeface="微软雅黑" panose="020B0503020204020204" pitchFamily="34" charset="-122"/>
                          <a:cs typeface="Calibri" panose="020F0502020204030204" charset="0"/>
                          <a:sym typeface="+mn-ea"/>
                        </a:rPr>
                        <a:t>Page</a:t>
                      </a:r>
                    </a:p>
                  </a:txBody>
                  <a:tcPr anchor="ctr">
                    <a:lnL w="6350" cap="flat" cmpd="sng" algn="ctr">
                      <a:solidFill>
                        <a:srgbClr val="0070C0"/>
                      </a:solidFill>
                      <a:prstDash val="solid"/>
                      <a:round/>
                      <a:headEnd type="none" w="med" len="med"/>
                      <a:tailEnd type="none" w="med" len="med"/>
                    </a:lnL>
                    <a:lnR w="6350" cap="flat" cmpd="sng" algn="ctr">
                      <a:solidFill>
                        <a:srgbClr val="0070C0"/>
                      </a:solidFill>
                      <a:prstDash val="solid"/>
                      <a:round/>
                      <a:headEnd type="none" w="med" len="med"/>
                      <a:tailEnd type="none" w="med" len="med"/>
                    </a:lnR>
                    <a:lnT w="6350" cap="flat" cmpd="sng" algn="ctr">
                      <a:solidFill>
                        <a:srgbClr val="0070C0"/>
                      </a:solidFill>
                      <a:prstDash val="solid"/>
                      <a:round/>
                      <a:headEnd type="none" w="med" len="med"/>
                      <a:tailEnd type="none" w="med" len="med"/>
                    </a:lnT>
                    <a:lnB w="6350" cap="flat" cmpd="sng" algn="ctr">
                      <a:solidFill>
                        <a:srgbClr val="0070C0"/>
                      </a:solidFill>
                      <a:prstDash val="solid"/>
                      <a:round/>
                      <a:headEnd type="none" w="med" len="med"/>
                      <a:tailEnd type="none" w="med" len="med"/>
                    </a:lnB>
                    <a:solidFill>
                      <a:schemeClr val="bg1"/>
                    </a:solidFill>
                  </a:tcPr>
                </a:tc>
                <a:tc>
                  <a:txBody>
                    <a:bodyPr/>
                    <a:lstStyle/>
                    <a:p>
                      <a:pPr algn="ctr"/>
                      <a:endParaRPr lang="zh-CN" altLang="en-US" sz="800" dirty="0">
                        <a:latin typeface="Calibri" panose="020F0502020204030204" charset="0"/>
                        <a:ea typeface="微软雅黑" panose="020B0503020204020204" pitchFamily="34" charset="-122"/>
                        <a:cs typeface="Calibri" panose="020F0502020204030204" charset="0"/>
                      </a:endParaRPr>
                    </a:p>
                  </a:txBody>
                  <a:tcPr anchor="ctr">
                    <a:lnL w="6350" cap="flat" cmpd="sng" algn="ctr">
                      <a:solidFill>
                        <a:srgbClr val="0070C0"/>
                      </a:solidFill>
                      <a:prstDash val="solid"/>
                      <a:round/>
                      <a:headEnd type="none" w="med" len="med"/>
                      <a:tailEnd type="none" w="med" len="med"/>
                    </a:lnL>
                    <a:lnR w="6350" cap="flat" cmpd="sng" algn="ctr">
                      <a:solidFill>
                        <a:srgbClr val="0070C0"/>
                      </a:solidFill>
                      <a:prstDash val="solid"/>
                      <a:round/>
                      <a:headEnd type="none" w="med" len="med"/>
                      <a:tailEnd type="none" w="med" len="med"/>
                    </a:lnR>
                    <a:lnT w="6350" cap="flat" cmpd="sng" algn="ctr">
                      <a:solidFill>
                        <a:srgbClr val="0070C0"/>
                      </a:solidFill>
                      <a:prstDash val="solid"/>
                      <a:round/>
                      <a:headEnd type="none" w="med" len="med"/>
                      <a:tailEnd type="none" w="med" len="med"/>
                    </a:lnT>
                    <a:lnB w="6350" cap="flat" cmpd="sng" algn="ctr">
                      <a:solidFill>
                        <a:srgbClr val="0070C0"/>
                      </a:solidFill>
                      <a:prstDash val="solid"/>
                      <a:round/>
                      <a:headEnd type="none" w="med" len="med"/>
                      <a:tailEnd type="none" w="med" len="med"/>
                    </a:lnB>
                    <a:solidFill>
                      <a:schemeClr val="bg1"/>
                    </a:solidFill>
                  </a:tcPr>
                </a:tc>
                <a:extLst>
                  <a:ext uri="{0D108BD9-81ED-4DB2-BD59-A6C34878D82A}">
                    <a16:rowId xmlns:a16="http://schemas.microsoft.com/office/drawing/2014/main" val="10011"/>
                  </a:ext>
                </a:extLst>
              </a:tr>
            </a:tbl>
          </a:graphicData>
        </a:graphic>
      </p:graphicFrame>
      <p:sp>
        <p:nvSpPr>
          <p:cNvPr id="21" name="textbox 61"/>
          <p:cNvSpPr/>
          <p:nvPr/>
        </p:nvSpPr>
        <p:spPr>
          <a:xfrm>
            <a:off x="940492" y="4360489"/>
            <a:ext cx="6823432" cy="480070"/>
          </a:xfrm>
          <a:prstGeom prst="rect">
            <a:avLst/>
          </a:prstGeom>
        </p:spPr>
        <p:txBody>
          <a:bodyPr vert="horz" wrap="square" lIns="0" tIns="0" rIns="0" bIns="0"/>
          <a:lstStyle/>
          <a:p>
            <a:pPr algn="l" rtl="0" eaLnBrk="0">
              <a:lnSpc>
                <a:spcPct val="83000"/>
              </a:lnSpc>
            </a:pPr>
            <a:endParaRPr lang="x-none" altLang="x-none" sz="300" b="1" dirty="0">
              <a:solidFill>
                <a:srgbClr val="FF0000"/>
              </a:solidFill>
              <a:latin typeface="Calibri" panose="020F0502020204030204" charset="0"/>
              <a:cs typeface="Calibri" panose="020F0502020204030204" charset="0"/>
            </a:endParaRPr>
          </a:p>
          <a:p>
            <a:pPr marL="12700" algn="l" rtl="0" eaLnBrk="0">
              <a:lnSpc>
                <a:spcPts val="1150"/>
              </a:lnSpc>
            </a:pPr>
            <a:r>
              <a:rPr sz="1050" b="1" spc="100">
                <a:solidFill>
                  <a:srgbClr val="FF0000"/>
                </a:solidFill>
                <a:latin typeface="Calibri" panose="020F0502020204030204" charset="0"/>
                <a:ea typeface="微软雅黑" panose="020B0503020204020204" pitchFamily="34" charset="-122"/>
                <a:cs typeface="Calibri" panose="020F0502020204030204" charset="0"/>
              </a:rPr>
              <a:t>Consumables used: collimating lens, focusing lens, reflector, protective lens.</a:t>
            </a:r>
          </a:p>
          <a:p>
            <a:pPr marL="13970" algn="l" rtl="0" eaLnBrk="0">
              <a:lnSpc>
                <a:spcPts val="1145"/>
              </a:lnSpc>
              <a:spcBef>
                <a:spcPts val="45"/>
              </a:spcBef>
            </a:pPr>
            <a:r>
              <a:rPr sz="1050" b="1">
                <a:solidFill>
                  <a:srgbClr val="FF0000"/>
                </a:solidFill>
                <a:latin typeface="Calibri" panose="020F0502020204030204" charset="0"/>
                <a:ea typeface="微软雅黑" panose="020B0503020204020204" pitchFamily="34" charset="-122"/>
                <a:cs typeface="Calibri" panose="020F0502020204030204" charset="0"/>
              </a:rPr>
              <a:t>User-prepared: protective gas, cooling water, pressure reducing valve, 6mm air pipe adapter and adapter air pipe.</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28"/>
          <p:cNvSpPr/>
          <p:nvPr/>
        </p:nvSpPr>
        <p:spPr>
          <a:xfrm>
            <a:off x="0" y="0"/>
            <a:ext cx="1043939" cy="532128"/>
          </a:xfrm>
          <a:prstGeom prst="rect">
            <a:avLst/>
          </a:prstGeom>
          <a:solidFill>
            <a:srgbClr val="0263B2"/>
          </a:solidFill>
        </p:spPr>
        <p:txBody>
          <a:bodyPr vert="horz" wrap="square" lIns="0" tIns="0" rIns="0" bIns="0"/>
          <a:lstStyle/>
          <a:p>
            <a:pPr algn="l" rtl="0" eaLnBrk="0">
              <a:lnSpc>
                <a:spcPct val="107000"/>
              </a:lnSpc>
            </a:pPr>
            <a:endParaRPr lang="x-none" altLang="x-none" sz="900" dirty="0"/>
          </a:p>
          <a:p>
            <a:pPr marL="363855" algn="l" rtl="0" eaLnBrk="0">
              <a:lnSpc>
                <a:spcPct val="84000"/>
              </a:lnSpc>
              <a:spcBef>
                <a:spcPts val="5"/>
              </a:spcBef>
            </a:pPr>
            <a:r>
              <a:rPr sz="1800" spc="3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0</a:t>
            </a:r>
            <a:r>
              <a:rPr sz="1800" spc="1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1</a:t>
            </a:r>
            <a:endParaRPr lang="x-none" altLang="x-none" sz="1800" dirty="0"/>
          </a:p>
        </p:txBody>
      </p:sp>
      <p:sp>
        <p:nvSpPr>
          <p:cNvPr id="9" name="textbox 51"/>
          <p:cNvSpPr/>
          <p:nvPr/>
        </p:nvSpPr>
        <p:spPr>
          <a:xfrm>
            <a:off x="1143000" y="124460"/>
            <a:ext cx="3700145" cy="290830"/>
          </a:xfrm>
          <a:prstGeom prst="rect">
            <a:avLst/>
          </a:prstGeom>
        </p:spPr>
        <p:txBody>
          <a:bodyPr vert="horz" wrap="square" lIns="0" tIns="0" rIns="0" bIns="0"/>
          <a:lstStyle/>
          <a:p>
            <a:pPr algn="l" rtl="0" eaLnBrk="0">
              <a:lnSpc>
                <a:spcPct val="77000"/>
              </a:lnSpc>
            </a:pPr>
            <a:endParaRPr lang="x-none" altLang="x-none" sz="100" dirty="0"/>
          </a:p>
          <a:p>
            <a:pPr marL="12700" algn="l" rtl="0" eaLnBrk="0">
              <a:lnSpc>
                <a:spcPct val="97000"/>
              </a:lnSpc>
            </a:pPr>
            <a:r>
              <a:rPr sz="1800">
                <a:solidFill>
                  <a:srgbClr val="0263B2">
                    <a:alpha val="100000"/>
                  </a:srgbClr>
                </a:solidFill>
                <a:latin typeface="Calibri" panose="020F0502020204030204" charset="0"/>
                <a:ea typeface="微软雅黑" panose="020B0503020204020204" pitchFamily="34" charset="-122"/>
                <a:cs typeface="Calibri" panose="020F0502020204030204" charset="0"/>
              </a:rPr>
              <a:t>Equipment Introduction-Cleaning Head</a:t>
            </a:r>
          </a:p>
        </p:txBody>
      </p:sp>
      <p:sp>
        <p:nvSpPr>
          <p:cNvPr id="8" name="textbox 17"/>
          <p:cNvSpPr/>
          <p:nvPr/>
        </p:nvSpPr>
        <p:spPr>
          <a:xfrm>
            <a:off x="140970" y="3022600"/>
            <a:ext cx="5317490" cy="2047240"/>
          </a:xfrm>
          <a:prstGeom prst="rect">
            <a:avLst/>
          </a:prstGeom>
          <a:solidFill>
            <a:srgbClr val="0263B2"/>
          </a:solidFill>
        </p:spPr>
        <p:txBody>
          <a:bodyPr vert="horz" wrap="square" lIns="0" tIns="0" rIns="0" bIns="0"/>
          <a:lstStyle/>
          <a:p>
            <a:pPr marL="360045">
              <a:lnSpc>
                <a:spcPct val="150000"/>
              </a:lnSpc>
            </a:pPr>
            <a:r>
              <a:rPr sz="900" b="1" dirty="0">
                <a:solidFill>
                  <a:schemeClr val="bg1"/>
                </a:solidFill>
                <a:latin typeface="Calibri" panose="020F0502020204030204" charset="0"/>
                <a:ea typeface="微软雅黑" panose="020B0503020204020204" pitchFamily="34" charset="-122"/>
                <a:cs typeface="Calibri" panose="020F0502020204030204" charset="0"/>
              </a:rPr>
              <a:t>Features of handheld cleaning head:</a:t>
            </a:r>
          </a:p>
          <a:p>
            <a:pPr marL="531495" indent="-171450">
              <a:lnSpc>
                <a:spcPct val="150000"/>
              </a:lnSpc>
              <a:buFont typeface="Wingdings" panose="05000000000000000000" pitchFamily="2" charset="2"/>
              <a:buChar char="ü"/>
            </a:pPr>
            <a:r>
              <a:rPr lang="zh-CN" altLang="en-US" sz="900" b="1" dirty="0">
                <a:solidFill>
                  <a:schemeClr val="bg1"/>
                </a:solidFill>
                <a:latin typeface="Calibri" panose="020F0502020204030204" charset="0"/>
                <a:ea typeface="微软雅黑" panose="020B0503020204020204" pitchFamily="34" charset="-122"/>
                <a:cs typeface="Calibri" panose="020F0502020204030204" charset="0"/>
              </a:rPr>
              <a:t>Unique air knife design: The unique outlet "air knife" design can greatly increase the flow rate of the light outlet protective gas and better prevent lens contamination.</a:t>
            </a:r>
          </a:p>
          <a:p>
            <a:pPr marL="531495" indent="-171450">
              <a:lnSpc>
                <a:spcPct val="150000"/>
              </a:lnSpc>
              <a:buFont typeface="Wingdings" panose="05000000000000000000" pitchFamily="2" charset="2"/>
              <a:buChar char="ü"/>
            </a:pPr>
            <a:r>
              <a:rPr altLang="zh-CN" sz="900" b="1" dirty="0">
                <a:solidFill>
                  <a:schemeClr val="bg1"/>
                </a:solidFill>
                <a:latin typeface="Calibri" panose="020F0502020204030204" charset="0"/>
                <a:ea typeface="微软雅黑" panose="020B0503020204020204" pitchFamily="34" charset="-122"/>
                <a:cs typeface="Calibri" panose="020F0502020204030204" charset="0"/>
              </a:rPr>
              <a:t>Swing function, swing amplitude 0~300mm adjustable</a:t>
            </a:r>
          </a:p>
          <a:p>
            <a:pPr marL="531495" indent="-171450">
              <a:lnSpc>
                <a:spcPct val="150000"/>
              </a:lnSpc>
              <a:buFont typeface="Wingdings" panose="05000000000000000000" pitchFamily="2" charset="2"/>
              <a:buChar char="ü"/>
            </a:pPr>
            <a:r>
              <a:rPr lang="zh-CN" altLang="en-US" sz="900" b="1" dirty="0" smtClean="0">
                <a:solidFill>
                  <a:schemeClr val="bg1"/>
                </a:solidFill>
                <a:latin typeface="Calibri" panose="020F0502020204030204" charset="0"/>
                <a:ea typeface="微软雅黑" panose="020B0503020204020204" pitchFamily="34" charset="-122"/>
                <a:cs typeface="Calibri" panose="020F0502020204030204" charset="0"/>
              </a:rPr>
              <a:t>Optimize the control program to make the overall cleaning effect more uniform and consistent</a:t>
            </a:r>
          </a:p>
          <a:p>
            <a:pPr marL="531495" indent="-171450">
              <a:lnSpc>
                <a:spcPct val="150000"/>
              </a:lnSpc>
              <a:buFont typeface="Wingdings" panose="05000000000000000000" pitchFamily="2" charset="2"/>
              <a:buChar char="ü"/>
            </a:pPr>
            <a:r>
              <a:rPr lang="zh-CN" altLang="en-US" sz="900" b="1" dirty="0" smtClean="0">
                <a:solidFill>
                  <a:schemeClr val="bg1"/>
                </a:solidFill>
                <a:latin typeface="Calibri" panose="020F0502020204030204" charset="0"/>
                <a:ea typeface="微软雅黑" panose="020B0503020204020204" pitchFamily="34" charset="-122"/>
                <a:cs typeface="Calibri" panose="020F0502020204030204" charset="0"/>
              </a:rPr>
              <a:t>Multiple safety alarms and active safety power-off and light-off settings</a:t>
            </a:r>
          </a:p>
          <a:p>
            <a:pPr marL="531495" indent="-171450">
              <a:lnSpc>
                <a:spcPct val="150000"/>
              </a:lnSpc>
              <a:buFont typeface="Wingdings" panose="05000000000000000000" pitchFamily="2" charset="2"/>
              <a:buChar char="ü"/>
            </a:pPr>
            <a:r>
              <a:rPr lang="zh-CN" altLang="en-US" sz="900" b="1" dirty="0">
                <a:solidFill>
                  <a:schemeClr val="bg1"/>
                </a:solidFill>
                <a:latin typeface="Calibri" panose="020F0502020204030204" charset="0"/>
                <a:ea typeface="微软雅黑" panose="020B0503020204020204" pitchFamily="34" charset="-122"/>
                <a:cs typeface="Calibri" panose="020F0502020204030204" charset="0"/>
              </a:rPr>
              <a:t> Controllable parameters and high repeatability. To stabilize the mechanical structure and lens state, only the laser power must be stable and the process parameters must be repeatable, greatly improving efficiency.</a:t>
            </a:r>
          </a:p>
        </p:txBody>
      </p:sp>
      <p:graphicFrame>
        <p:nvGraphicFramePr>
          <p:cNvPr id="10" name="table 83"/>
          <p:cNvGraphicFramePr>
            <a:graphicFrameLocks noGrp="1"/>
          </p:cNvGraphicFramePr>
          <p:nvPr>
            <p:custDataLst>
              <p:tags r:id="rId1"/>
            </p:custDataLst>
          </p:nvPr>
        </p:nvGraphicFramePr>
        <p:xfrm>
          <a:off x="5600700" y="577215"/>
          <a:ext cx="3206750" cy="4576066"/>
        </p:xfrm>
        <a:graphic>
          <a:graphicData uri="http://schemas.openxmlformats.org/drawingml/2006/table">
            <a:tbl>
              <a:tblPr>
                <a:solidFill>
                  <a:srgbClr val="999999"/>
                </a:solidFill>
              </a:tblPr>
              <a:tblGrid>
                <a:gridCol w="377825">
                  <a:extLst>
                    <a:ext uri="{9D8B030D-6E8A-4147-A177-3AD203B41FA5}">
                      <a16:colId xmlns:a16="http://schemas.microsoft.com/office/drawing/2014/main" val="20000"/>
                    </a:ext>
                  </a:extLst>
                </a:gridCol>
                <a:gridCol w="1100455">
                  <a:extLst>
                    <a:ext uri="{9D8B030D-6E8A-4147-A177-3AD203B41FA5}">
                      <a16:colId xmlns:a16="http://schemas.microsoft.com/office/drawing/2014/main" val="20001"/>
                    </a:ext>
                  </a:extLst>
                </a:gridCol>
                <a:gridCol w="1728470">
                  <a:extLst>
                    <a:ext uri="{9D8B030D-6E8A-4147-A177-3AD203B41FA5}">
                      <a16:colId xmlns:a16="http://schemas.microsoft.com/office/drawing/2014/main" val="20002"/>
                    </a:ext>
                  </a:extLst>
                </a:gridCol>
              </a:tblGrid>
              <a:tr h="299720">
                <a:tc>
                  <a:txBody>
                    <a:bodyPr/>
                    <a:lstStyle/>
                    <a:p>
                      <a:pPr algn="l" rtl="0" eaLnBrk="0">
                        <a:lnSpc>
                          <a:spcPct val="111000"/>
                        </a:lnSpc>
                      </a:pPr>
                      <a:endParaRPr lang="x-none" altLang="x-none" sz="600" dirty="0">
                        <a:latin typeface="Calibri" panose="020F0502020204030204" charset="0"/>
                        <a:cs typeface="Calibri" panose="020F0502020204030204" charset="0"/>
                      </a:endParaRPr>
                    </a:p>
                    <a:p>
                      <a:pPr marL="80645" algn="l" rtl="0" eaLnBrk="0">
                        <a:lnSpc>
                          <a:spcPts val="1155"/>
                        </a:lnSpc>
                        <a:spcBef>
                          <a:spcPts val="0"/>
                        </a:spcBef>
                      </a:pPr>
                      <a:r>
                        <a:rPr lang="en-US" sz="800" spc="100" dirty="0">
                          <a:solidFill>
                            <a:srgbClr val="FFFFFF">
                              <a:alpha val="100000"/>
                            </a:srgbClr>
                          </a:solidFill>
                          <a:latin typeface="Calibri" panose="020F0502020204030204" charset="0"/>
                          <a:ea typeface="微软雅黑" panose="020B0503020204020204" pitchFamily="34" charset="-122"/>
                          <a:cs typeface="Calibri" panose="020F0502020204030204" charset="0"/>
                        </a:rPr>
                        <a:t>NO.</a:t>
                      </a:r>
                    </a:p>
                  </a:txBody>
                  <a:tcPr marL="0" marR="0" marT="0" marB="0">
                    <a:lnL w="12700" cap="flat" cmpd="sng" algn="ctr">
                      <a:solidFill>
                        <a:srgbClr val="FFFFFF"/>
                      </a:solidFill>
                      <a:prstDash val="solid"/>
                      <a:round/>
                      <a:headEnd type="none" w="med" len="med"/>
                      <a:tailEnd type="none" w="med" len="med"/>
                    </a:lnL>
                    <a:lnR w="6350" cap="flat" cmpd="sng" algn="ctr">
                      <a:solidFill>
                        <a:srgbClr val="0263B2"/>
                      </a:solidFill>
                      <a:prstDash val="solid"/>
                      <a:round/>
                      <a:headEnd type="none" w="med" len="med"/>
                      <a:tailEnd type="none" w="med" len="med"/>
                    </a:lnR>
                    <a:lnT w="3175" cap="flat" cmpd="sng" algn="ctr">
                      <a:solidFill>
                        <a:srgbClr val="FFFFFF"/>
                      </a:solidFill>
                      <a:prstDash val="solid"/>
                      <a:round/>
                      <a:headEnd type="none" w="med" len="med"/>
                      <a:tailEnd type="none" w="med" len="med"/>
                    </a:lnT>
                    <a:lnB w="6350" cap="flat" cmpd="sng" algn="ctr">
                      <a:solidFill>
                        <a:srgbClr val="0070C0"/>
                      </a:solidFill>
                      <a:prstDash val="solid"/>
                      <a:round/>
                      <a:headEnd type="none" w="med" len="med"/>
                      <a:tailEnd type="none" w="med" len="med"/>
                    </a:lnB>
                    <a:solidFill>
                      <a:srgbClr val="0263B2"/>
                    </a:solidFill>
                  </a:tcPr>
                </a:tc>
                <a:tc gridSpan="2">
                  <a:txBody>
                    <a:bodyPr/>
                    <a:lstStyle/>
                    <a:p>
                      <a:pPr algn="l" rtl="0" eaLnBrk="0">
                        <a:lnSpc>
                          <a:spcPct val="111000"/>
                        </a:lnSpc>
                      </a:pPr>
                      <a:endParaRPr lang="x-none" altLang="x-none" sz="600" dirty="0">
                        <a:latin typeface="Calibri" panose="020F0502020204030204" charset="0"/>
                        <a:cs typeface="Calibri" panose="020F0502020204030204" charset="0"/>
                      </a:endParaRPr>
                    </a:p>
                    <a:p>
                      <a:pPr marL="1287145" algn="l" rtl="0" eaLnBrk="0">
                        <a:lnSpc>
                          <a:spcPts val="1145"/>
                        </a:lnSpc>
                        <a:spcBef>
                          <a:spcPts val="0"/>
                        </a:spcBef>
                      </a:pPr>
                      <a:r>
                        <a:rPr lang="en-US" sz="800" spc="100" dirty="0">
                          <a:solidFill>
                            <a:srgbClr val="FFFFFF">
                              <a:alpha val="100000"/>
                            </a:srgbClr>
                          </a:solidFill>
                          <a:latin typeface="Calibri" panose="020F0502020204030204" charset="0"/>
                          <a:ea typeface="微软雅黑" panose="020B0503020204020204" pitchFamily="34" charset="-122"/>
                          <a:cs typeface="Calibri" panose="020F0502020204030204" charset="0"/>
                        </a:rPr>
                        <a:t>parameters</a:t>
                      </a:r>
                    </a:p>
                  </a:txBody>
                  <a:tcPr marL="0" marR="0" marT="0" marB="0">
                    <a:lnL w="6350" cap="flat" cmpd="sng" algn="ctr">
                      <a:solidFill>
                        <a:srgbClr val="0263B2"/>
                      </a:solidFill>
                      <a:prstDash val="solid"/>
                      <a:round/>
                      <a:headEnd type="none" w="med" len="med"/>
                      <a:tailEnd type="none" w="med" len="med"/>
                    </a:lnL>
                    <a:lnR w="3175" cap="flat" cmpd="sng" algn="ctr">
                      <a:solidFill>
                        <a:srgbClr val="0263B2"/>
                      </a:solidFill>
                      <a:prstDash val="solid"/>
                      <a:round/>
                      <a:headEnd type="none" w="med" len="med"/>
                      <a:tailEnd type="none" w="med" len="med"/>
                    </a:lnR>
                    <a:lnT w="3175" cap="flat" cmpd="sng" algn="ctr">
                      <a:solidFill>
                        <a:srgbClr val="0263B2"/>
                      </a:solidFill>
                      <a:prstDash val="solid"/>
                      <a:round/>
                      <a:headEnd type="none" w="med" len="med"/>
                      <a:tailEnd type="none" w="med" len="med"/>
                    </a:lnT>
                    <a:lnB w="6350" cap="flat" cmpd="sng" algn="ctr">
                      <a:solidFill>
                        <a:srgbClr val="0070C0"/>
                      </a:solidFill>
                      <a:prstDash val="solid"/>
                      <a:round/>
                      <a:headEnd type="none" w="med" len="med"/>
                      <a:tailEnd type="none" w="med" len="med"/>
                    </a:lnB>
                    <a:solidFill>
                      <a:srgbClr val="0263B2"/>
                    </a:solidFill>
                  </a:tcPr>
                </a:tc>
                <a:tc hMerge="1">
                  <a:txBody>
                    <a:bodyPr/>
                    <a:lstStyle/>
                    <a:p>
                      <a:endParaRPr lang="zh-CN"/>
                    </a:p>
                  </a:txBody>
                  <a:tcPr marL="0" marR="0" marT="0" marB="0">
                    <a:lnL w="6350" cap="flat" cmpd="sng" algn="ctr">
                      <a:solidFill>
                        <a:srgbClr val="0263B2"/>
                      </a:solidFill>
                      <a:prstDash val="solid"/>
                      <a:round/>
                      <a:headEnd type="none" w="med" len="med"/>
                      <a:tailEnd type="none" w="med" len="med"/>
                    </a:lnL>
                    <a:lnR w="3175" cap="flat" cmpd="sng" algn="ctr">
                      <a:solidFill>
                        <a:srgbClr val="0263B2"/>
                      </a:solidFill>
                      <a:prstDash val="solid"/>
                      <a:round/>
                      <a:headEnd type="none" w="med" len="med"/>
                      <a:tailEnd type="none" w="med" len="med"/>
                    </a:lnR>
                    <a:lnT w="3175" cap="flat" cmpd="sng" algn="ctr">
                      <a:solidFill>
                        <a:srgbClr val="0263B2"/>
                      </a:solidFill>
                      <a:prstDash val="solid"/>
                      <a:round/>
                      <a:headEnd type="none" w="med" len="med"/>
                      <a:tailEnd type="none" w="med" len="med"/>
                    </a:lnT>
                    <a:lnB w="3175" cap="flat" cmpd="sng" algn="ctr">
                      <a:solidFill>
                        <a:srgbClr val="0263B2"/>
                      </a:solidFill>
                      <a:prstDash val="solid"/>
                      <a:round/>
                      <a:headEnd type="none" w="med" len="med"/>
                      <a:tailEnd type="none" w="med" len="med"/>
                    </a:lnB>
                    <a:solidFill>
                      <a:srgbClr val="0263B2"/>
                    </a:solidFill>
                  </a:tcPr>
                </a:tc>
                <a:extLst>
                  <a:ext uri="{0D108BD9-81ED-4DB2-BD59-A6C34878D82A}">
                    <a16:rowId xmlns:a16="http://schemas.microsoft.com/office/drawing/2014/main" val="10000"/>
                  </a:ext>
                </a:extLst>
              </a:tr>
              <a:tr h="265430">
                <a:tc>
                  <a:txBody>
                    <a:bodyPr/>
                    <a:lstStyle/>
                    <a:p>
                      <a:pPr algn="l" rtl="0" eaLnBrk="0">
                        <a:lnSpc>
                          <a:spcPct val="118000"/>
                        </a:lnSpc>
                      </a:pPr>
                      <a:endParaRPr lang="x-none" altLang="x-none" sz="400" dirty="0">
                        <a:latin typeface="Calibri" panose="020F0502020204030204" charset="0"/>
                        <a:cs typeface="Calibri" panose="020F0502020204030204" charset="0"/>
                      </a:endParaRPr>
                    </a:p>
                    <a:p>
                      <a:pPr marL="181610" algn="l" rtl="0" eaLnBrk="0">
                        <a:lnSpc>
                          <a:spcPct val="91000"/>
                        </a:lnSpc>
                        <a:spcBef>
                          <a:spcPts val="5"/>
                        </a:spcBef>
                      </a:pPr>
                      <a:r>
                        <a:rPr sz="800" spc="0" dirty="0">
                          <a:solidFill>
                            <a:srgbClr val="000000">
                              <a:alpha val="100000"/>
                            </a:srgbClr>
                          </a:solidFill>
                          <a:latin typeface="Calibri" panose="020F0502020204030204" charset="0"/>
                          <a:ea typeface="微软雅黑" panose="020B0503020204020204" pitchFamily="34" charset="-122"/>
                          <a:cs typeface="Calibri" panose="020F0502020204030204" charset="0"/>
                        </a:rPr>
                        <a:t>1</a:t>
                      </a:r>
                      <a:endParaRPr lang="x-none" altLang="x-none" sz="800" spc="0" dirty="0">
                        <a:solidFill>
                          <a:srgbClr val="000000">
                            <a:alpha val="100000"/>
                          </a:srgbClr>
                        </a:solidFill>
                        <a:latin typeface="Calibri" panose="020F0502020204030204" charset="0"/>
                        <a:ea typeface="微软雅黑" panose="020B0503020204020204" pitchFamily="34" charset="-122"/>
                        <a:cs typeface="Calibri" panose="020F0502020204030204" charset="0"/>
                      </a:endParaRPr>
                    </a:p>
                  </a:txBody>
                  <a:tcPr marL="0" marR="0" marT="0" marB="0">
                    <a:lnL w="6350" cap="flat" cmpd="sng" algn="ctr">
                      <a:solidFill>
                        <a:srgbClr val="0070C0"/>
                      </a:solidFill>
                      <a:prstDash val="solid"/>
                      <a:round/>
                      <a:headEnd type="none" w="med" len="med"/>
                      <a:tailEnd type="none" w="med" len="med"/>
                    </a:lnL>
                    <a:lnR w="6350" cap="flat" cmpd="sng" algn="ctr">
                      <a:solidFill>
                        <a:srgbClr val="0070C0"/>
                      </a:solidFill>
                      <a:prstDash val="solid"/>
                      <a:round/>
                      <a:headEnd type="none" w="med" len="med"/>
                      <a:tailEnd type="none" w="med" len="med"/>
                    </a:lnR>
                    <a:lnT w="6350" cap="flat" cmpd="sng" algn="ctr">
                      <a:solidFill>
                        <a:srgbClr val="0070C0"/>
                      </a:solidFill>
                      <a:prstDash val="solid"/>
                      <a:round/>
                      <a:headEnd type="none" w="med" len="med"/>
                      <a:tailEnd type="none" w="med" len="med"/>
                    </a:lnT>
                    <a:lnB w="6350" cap="flat" cmpd="sng" algn="ctr">
                      <a:solidFill>
                        <a:srgbClr val="0070C0"/>
                      </a:solidFill>
                      <a:prstDash val="solid"/>
                      <a:round/>
                      <a:headEnd type="none" w="med" len="med"/>
                      <a:tailEnd type="none" w="med" len="med"/>
                    </a:lnB>
                    <a:solidFill>
                      <a:srgbClr val="FFFFFF"/>
                    </a:solidFill>
                  </a:tcPr>
                </a:tc>
                <a:tc>
                  <a:txBody>
                    <a:bodyPr/>
                    <a:lstStyle/>
                    <a:p>
                      <a:pPr algn="l" rtl="0" eaLnBrk="0">
                        <a:lnSpc>
                          <a:spcPct val="111000"/>
                        </a:lnSpc>
                      </a:pPr>
                      <a:endParaRPr lang="x-none" altLang="x-none" sz="400" dirty="0">
                        <a:latin typeface="Calibri" panose="020F0502020204030204" charset="0"/>
                        <a:cs typeface="Calibri" panose="020F0502020204030204" charset="0"/>
                      </a:endParaRPr>
                    </a:p>
                    <a:p>
                      <a:pPr marL="300990" algn="l" rtl="0" eaLnBrk="0">
                        <a:lnSpc>
                          <a:spcPts val="1155"/>
                        </a:lnSpc>
                        <a:spcBef>
                          <a:spcPts val="0"/>
                        </a:spcBef>
                      </a:pPr>
                      <a:r>
                        <a:rPr sz="800" dirty="0">
                          <a:solidFill>
                            <a:srgbClr val="000000">
                              <a:alpha val="100000"/>
                            </a:srgbClr>
                          </a:solidFill>
                          <a:latin typeface="Calibri" panose="020F0502020204030204" charset="0"/>
                          <a:ea typeface="微软雅黑" panose="020B0503020204020204" pitchFamily="34" charset="-122"/>
                          <a:cs typeface="Calibri" panose="020F0502020204030204" charset="0"/>
                        </a:rPr>
                        <a:t>Input voltage</a:t>
                      </a:r>
                    </a:p>
                  </a:txBody>
                  <a:tcPr marL="0" marR="0" marT="0" marB="0">
                    <a:lnL w="6350" cap="flat" cmpd="sng" algn="ctr">
                      <a:solidFill>
                        <a:srgbClr val="0070C0"/>
                      </a:solidFill>
                      <a:prstDash val="solid"/>
                      <a:round/>
                      <a:headEnd type="none" w="med" len="med"/>
                      <a:tailEnd type="none" w="med" len="med"/>
                    </a:lnL>
                    <a:lnR w="6350" cap="flat" cmpd="sng" algn="ctr">
                      <a:solidFill>
                        <a:srgbClr val="0070C0"/>
                      </a:solidFill>
                      <a:prstDash val="solid"/>
                      <a:round/>
                      <a:headEnd type="none" w="med" len="med"/>
                      <a:tailEnd type="none" w="med" len="med"/>
                    </a:lnR>
                    <a:lnT w="6350" cap="flat" cmpd="sng" algn="ctr">
                      <a:solidFill>
                        <a:srgbClr val="0070C0"/>
                      </a:solidFill>
                      <a:prstDash val="solid"/>
                      <a:round/>
                      <a:headEnd type="none" w="med" len="med"/>
                      <a:tailEnd type="none" w="med" len="med"/>
                    </a:lnT>
                    <a:lnB w="6350" cap="flat" cmpd="sng" algn="ctr">
                      <a:solidFill>
                        <a:srgbClr val="0070C0"/>
                      </a:solidFill>
                      <a:prstDash val="solid"/>
                      <a:round/>
                      <a:headEnd type="none" w="med" len="med"/>
                      <a:tailEnd type="none" w="med" len="med"/>
                    </a:lnB>
                    <a:solidFill>
                      <a:srgbClr val="FFFFFF"/>
                    </a:solidFill>
                  </a:tcPr>
                </a:tc>
                <a:tc>
                  <a:txBody>
                    <a:bodyPr/>
                    <a:lstStyle/>
                    <a:p>
                      <a:pPr algn="l" rtl="0" eaLnBrk="0">
                        <a:lnSpc>
                          <a:spcPct val="111000"/>
                        </a:lnSpc>
                      </a:pPr>
                      <a:endParaRPr lang="x-none" altLang="x-none" sz="400" dirty="0">
                        <a:latin typeface="Calibri" panose="020F0502020204030204" charset="0"/>
                        <a:cs typeface="Calibri" panose="020F0502020204030204" charset="0"/>
                      </a:endParaRPr>
                    </a:p>
                    <a:p>
                      <a:pPr marL="351155" algn="l" rtl="0" eaLnBrk="0">
                        <a:lnSpc>
                          <a:spcPts val="1155"/>
                        </a:lnSpc>
                        <a:spcBef>
                          <a:spcPts val="0"/>
                        </a:spcBef>
                      </a:pPr>
                      <a:r>
                        <a:rPr sz="800" spc="0" dirty="0">
                          <a:solidFill>
                            <a:srgbClr val="000000">
                              <a:alpha val="100000"/>
                            </a:srgbClr>
                          </a:solidFill>
                          <a:latin typeface="Calibri" panose="020F0502020204030204" charset="0"/>
                          <a:ea typeface="微软雅黑" panose="020B0503020204020204" pitchFamily="34" charset="-122"/>
                          <a:cs typeface="Calibri" panose="020F0502020204030204" charset="0"/>
                        </a:rPr>
                        <a:t>AC</a:t>
                      </a:r>
                      <a:r>
                        <a:rPr sz="800" spc="90" dirty="0">
                          <a:solidFill>
                            <a:srgbClr val="000000">
                              <a:alpha val="100000"/>
                            </a:srgbClr>
                          </a:solidFill>
                          <a:latin typeface="Calibri" panose="020F0502020204030204" charset="0"/>
                          <a:ea typeface="微软雅黑" panose="020B0503020204020204" pitchFamily="34" charset="-122"/>
                          <a:cs typeface="Calibri" panose="020F0502020204030204" charset="0"/>
                        </a:rPr>
                        <a:t>220</a:t>
                      </a:r>
                      <a:r>
                        <a:rPr sz="800" spc="0" dirty="0">
                          <a:solidFill>
                            <a:srgbClr val="000000">
                              <a:alpha val="100000"/>
                            </a:srgbClr>
                          </a:solidFill>
                          <a:latin typeface="Calibri" panose="020F0502020204030204" charset="0"/>
                          <a:ea typeface="微软雅黑" panose="020B0503020204020204" pitchFamily="34" charset="-122"/>
                          <a:cs typeface="Calibri" panose="020F0502020204030204" charset="0"/>
                        </a:rPr>
                        <a:t>V</a:t>
                      </a:r>
                      <a:r>
                        <a:rPr sz="800" spc="90" dirty="0">
                          <a:solidFill>
                            <a:srgbClr val="000000">
                              <a:alpha val="100000"/>
                            </a:srgbClr>
                          </a:solidFill>
                          <a:latin typeface="Calibri" panose="020F0502020204030204" charset="0"/>
                          <a:ea typeface="微软雅黑" panose="020B0503020204020204" pitchFamily="34" charset="-122"/>
                          <a:cs typeface="Calibri" panose="020F0502020204030204" charset="0"/>
                        </a:rPr>
                        <a:t>,50/6</a:t>
                      </a:r>
                      <a:r>
                        <a:rPr sz="800" spc="60" dirty="0">
                          <a:solidFill>
                            <a:srgbClr val="000000">
                              <a:alpha val="100000"/>
                            </a:srgbClr>
                          </a:solidFill>
                          <a:latin typeface="Calibri" panose="020F0502020204030204" charset="0"/>
                          <a:ea typeface="微软雅黑" panose="020B0503020204020204" pitchFamily="34" charset="-122"/>
                          <a:cs typeface="Calibri" panose="020F0502020204030204" charset="0"/>
                        </a:rPr>
                        <a:t>0</a:t>
                      </a:r>
                      <a:r>
                        <a:rPr sz="800" spc="0" dirty="0">
                          <a:solidFill>
                            <a:srgbClr val="000000">
                              <a:alpha val="100000"/>
                            </a:srgbClr>
                          </a:solidFill>
                          <a:latin typeface="Calibri" panose="020F0502020204030204" charset="0"/>
                          <a:ea typeface="微软雅黑" panose="020B0503020204020204" pitchFamily="34" charset="-122"/>
                          <a:cs typeface="Calibri" panose="020F0502020204030204" charset="0"/>
                        </a:rPr>
                        <a:t>Hz</a:t>
                      </a:r>
                      <a:endParaRPr lang="x-none" altLang="x-none" sz="800" spc="0" dirty="0">
                        <a:solidFill>
                          <a:srgbClr val="000000">
                            <a:alpha val="100000"/>
                          </a:srgbClr>
                        </a:solidFill>
                        <a:latin typeface="Calibri" panose="020F0502020204030204" charset="0"/>
                        <a:ea typeface="微软雅黑" panose="020B0503020204020204" pitchFamily="34" charset="-122"/>
                        <a:cs typeface="Calibri" panose="020F0502020204030204" charset="0"/>
                      </a:endParaRPr>
                    </a:p>
                  </a:txBody>
                  <a:tcPr marL="0" marR="0" marT="0" marB="0">
                    <a:lnL w="6350" cap="flat" cmpd="sng" algn="ctr">
                      <a:solidFill>
                        <a:srgbClr val="0070C0"/>
                      </a:solidFill>
                      <a:prstDash val="solid"/>
                      <a:round/>
                      <a:headEnd type="none" w="med" len="med"/>
                      <a:tailEnd type="none" w="med" len="med"/>
                    </a:lnL>
                    <a:lnR w="6350" cap="flat" cmpd="sng" algn="ctr">
                      <a:solidFill>
                        <a:srgbClr val="0070C0"/>
                      </a:solidFill>
                      <a:prstDash val="solid"/>
                      <a:round/>
                      <a:headEnd type="none" w="med" len="med"/>
                      <a:tailEnd type="none" w="med" len="med"/>
                    </a:lnR>
                    <a:lnT w="6350" cap="flat" cmpd="sng" algn="ctr">
                      <a:solidFill>
                        <a:srgbClr val="0070C0"/>
                      </a:solidFill>
                      <a:prstDash val="solid"/>
                      <a:round/>
                      <a:headEnd type="none" w="med" len="med"/>
                      <a:tailEnd type="none" w="med" len="med"/>
                    </a:lnT>
                    <a:lnB w="6350" cap="flat" cmpd="sng" algn="ctr">
                      <a:solidFill>
                        <a:srgbClr val="0070C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60045">
                <a:tc>
                  <a:txBody>
                    <a:bodyPr/>
                    <a:lstStyle/>
                    <a:p>
                      <a:pPr algn="l" rtl="0" eaLnBrk="0">
                        <a:lnSpc>
                          <a:spcPct val="119000"/>
                        </a:lnSpc>
                      </a:pPr>
                      <a:endParaRPr lang="x-none" altLang="x-none" sz="400" dirty="0">
                        <a:latin typeface="Calibri" panose="020F0502020204030204" charset="0"/>
                        <a:cs typeface="Calibri" panose="020F0502020204030204" charset="0"/>
                      </a:endParaRPr>
                    </a:p>
                    <a:p>
                      <a:pPr marL="175895" algn="l" rtl="0" eaLnBrk="0">
                        <a:lnSpc>
                          <a:spcPct val="91000"/>
                        </a:lnSpc>
                        <a:spcBef>
                          <a:spcPts val="0"/>
                        </a:spcBef>
                      </a:pPr>
                      <a:r>
                        <a:rPr sz="800" spc="0" dirty="0">
                          <a:solidFill>
                            <a:srgbClr val="000000">
                              <a:alpha val="100000"/>
                            </a:srgbClr>
                          </a:solidFill>
                          <a:latin typeface="Calibri" panose="020F0502020204030204" charset="0"/>
                          <a:ea typeface="微软雅黑" panose="020B0503020204020204" pitchFamily="34" charset="-122"/>
                          <a:cs typeface="Calibri" panose="020F0502020204030204" charset="0"/>
                        </a:rPr>
                        <a:t>2</a:t>
                      </a:r>
                      <a:endParaRPr lang="x-none" altLang="x-none" sz="800" spc="0" dirty="0">
                        <a:solidFill>
                          <a:srgbClr val="000000">
                            <a:alpha val="100000"/>
                          </a:srgbClr>
                        </a:solidFill>
                        <a:latin typeface="Calibri" panose="020F0502020204030204" charset="0"/>
                        <a:ea typeface="微软雅黑" panose="020B0503020204020204" pitchFamily="34" charset="-122"/>
                        <a:cs typeface="Calibri" panose="020F0502020204030204" charset="0"/>
                      </a:endParaRPr>
                    </a:p>
                  </a:txBody>
                  <a:tcPr marL="0" marR="0" marT="0" marB="0">
                    <a:lnL w="6350" cap="flat" cmpd="sng" algn="ctr">
                      <a:solidFill>
                        <a:srgbClr val="0070C0"/>
                      </a:solidFill>
                      <a:prstDash val="solid"/>
                      <a:round/>
                      <a:headEnd type="none" w="med" len="med"/>
                      <a:tailEnd type="none" w="med" len="med"/>
                    </a:lnL>
                    <a:lnR w="6350" cap="flat" cmpd="sng" algn="ctr">
                      <a:solidFill>
                        <a:srgbClr val="0070C0"/>
                      </a:solidFill>
                      <a:prstDash val="solid"/>
                      <a:round/>
                      <a:headEnd type="none" w="med" len="med"/>
                      <a:tailEnd type="none" w="med" len="med"/>
                    </a:lnR>
                    <a:lnT w="6350" cap="flat" cmpd="sng" algn="ctr">
                      <a:solidFill>
                        <a:srgbClr val="0070C0"/>
                      </a:solidFill>
                      <a:prstDash val="solid"/>
                      <a:round/>
                      <a:headEnd type="none" w="med" len="med"/>
                      <a:tailEnd type="none" w="med" len="med"/>
                    </a:lnT>
                    <a:lnB w="6350" cap="flat" cmpd="sng" algn="ctr">
                      <a:solidFill>
                        <a:srgbClr val="0070C0"/>
                      </a:solidFill>
                      <a:prstDash val="solid"/>
                      <a:round/>
                      <a:headEnd type="none" w="med" len="med"/>
                      <a:tailEnd type="none" w="med" len="med"/>
                    </a:lnB>
                    <a:solidFill>
                      <a:srgbClr val="FFFFFF"/>
                    </a:solidFill>
                  </a:tcPr>
                </a:tc>
                <a:tc>
                  <a:txBody>
                    <a:bodyPr/>
                    <a:lstStyle/>
                    <a:p>
                      <a:pPr algn="l" rtl="0" eaLnBrk="0">
                        <a:lnSpc>
                          <a:spcPct val="112000"/>
                        </a:lnSpc>
                      </a:pPr>
                      <a:endParaRPr lang="x-none" altLang="x-none" sz="400" dirty="0">
                        <a:latin typeface="Calibri" panose="020F0502020204030204" charset="0"/>
                        <a:cs typeface="Calibri" panose="020F0502020204030204" charset="0"/>
                      </a:endParaRPr>
                    </a:p>
                    <a:p>
                      <a:pPr marL="300990" algn="l" rtl="0" eaLnBrk="0">
                        <a:lnSpc>
                          <a:spcPts val="1150"/>
                        </a:lnSpc>
                        <a:spcBef>
                          <a:spcPts val="0"/>
                        </a:spcBef>
                      </a:pPr>
                      <a:r>
                        <a:rPr sz="800" dirty="0">
                          <a:solidFill>
                            <a:srgbClr val="000000">
                              <a:alpha val="100000"/>
                            </a:srgbClr>
                          </a:solidFill>
                          <a:latin typeface="Calibri" panose="020F0502020204030204" charset="0"/>
                          <a:ea typeface="微软雅黑" panose="020B0503020204020204" pitchFamily="34" charset="-122"/>
                          <a:cs typeface="Calibri" panose="020F0502020204030204" charset="0"/>
                        </a:rPr>
                        <a:t>Placement environment</a:t>
                      </a:r>
                    </a:p>
                  </a:txBody>
                  <a:tcPr marL="0" marR="0" marT="0" marB="0">
                    <a:lnL w="6350" cap="flat" cmpd="sng" algn="ctr">
                      <a:solidFill>
                        <a:srgbClr val="0070C0"/>
                      </a:solidFill>
                      <a:prstDash val="solid"/>
                      <a:round/>
                      <a:headEnd type="none" w="med" len="med"/>
                      <a:tailEnd type="none" w="med" len="med"/>
                    </a:lnL>
                    <a:lnR w="6350" cap="flat" cmpd="sng" algn="ctr">
                      <a:solidFill>
                        <a:srgbClr val="0070C0"/>
                      </a:solidFill>
                      <a:prstDash val="solid"/>
                      <a:round/>
                      <a:headEnd type="none" w="med" len="med"/>
                      <a:tailEnd type="none" w="med" len="med"/>
                    </a:lnR>
                    <a:lnT w="6350" cap="flat" cmpd="sng" algn="ctr">
                      <a:solidFill>
                        <a:srgbClr val="0070C0"/>
                      </a:solidFill>
                      <a:prstDash val="solid"/>
                      <a:round/>
                      <a:headEnd type="none" w="med" len="med"/>
                      <a:tailEnd type="none" w="med" len="med"/>
                    </a:lnT>
                    <a:lnB w="6350" cap="flat" cmpd="sng" algn="ctr">
                      <a:solidFill>
                        <a:srgbClr val="0070C0"/>
                      </a:solidFill>
                      <a:prstDash val="solid"/>
                      <a:round/>
                      <a:headEnd type="none" w="med" len="med"/>
                      <a:tailEnd type="none" w="med" len="med"/>
                    </a:lnB>
                    <a:solidFill>
                      <a:srgbClr val="FFFFFF"/>
                    </a:solidFill>
                  </a:tcPr>
                </a:tc>
                <a:tc>
                  <a:txBody>
                    <a:bodyPr/>
                    <a:lstStyle/>
                    <a:p>
                      <a:pPr algn="l" rtl="0" eaLnBrk="0">
                        <a:lnSpc>
                          <a:spcPct val="112000"/>
                        </a:lnSpc>
                      </a:pPr>
                      <a:endParaRPr lang="x-none" altLang="x-none" sz="400" dirty="0">
                        <a:latin typeface="Calibri" panose="020F0502020204030204" charset="0"/>
                      </a:endParaRPr>
                    </a:p>
                    <a:p>
                      <a:pPr marL="233045" algn="l" rtl="0" eaLnBrk="0">
                        <a:lnSpc>
                          <a:spcPts val="1150"/>
                        </a:lnSpc>
                        <a:spcBef>
                          <a:spcPts val="0"/>
                        </a:spcBef>
                      </a:pPr>
                      <a:r>
                        <a:rPr sz="800" dirty="0">
                          <a:solidFill>
                            <a:srgbClr val="000000">
                              <a:alpha val="100000"/>
                            </a:srgbClr>
                          </a:solidFill>
                          <a:latin typeface="Calibri" panose="020F0502020204030204" charset="0"/>
                          <a:ea typeface="微软雅黑" panose="020B0503020204020204" pitchFamily="34" charset="-122"/>
                          <a:cs typeface="微软雅黑" panose="020B0503020204020204" pitchFamily="34" charset="-122"/>
                        </a:rPr>
                        <a:t>Smooth, no vibration, no impact</a:t>
                      </a:r>
                    </a:p>
                  </a:txBody>
                  <a:tcPr marL="0" marR="0" marT="0" marB="0">
                    <a:lnL w="6350" cap="flat" cmpd="sng" algn="ctr">
                      <a:solidFill>
                        <a:srgbClr val="0070C0"/>
                      </a:solidFill>
                      <a:prstDash val="solid"/>
                      <a:round/>
                      <a:headEnd type="none" w="med" len="med"/>
                      <a:tailEnd type="none" w="med" len="med"/>
                    </a:lnL>
                    <a:lnR w="6350" cap="flat" cmpd="sng" algn="ctr">
                      <a:solidFill>
                        <a:srgbClr val="0070C0"/>
                      </a:solidFill>
                      <a:prstDash val="solid"/>
                      <a:round/>
                      <a:headEnd type="none" w="med" len="med"/>
                      <a:tailEnd type="none" w="med" len="med"/>
                    </a:lnR>
                    <a:lnT w="6350" cap="flat" cmpd="sng" algn="ctr">
                      <a:solidFill>
                        <a:srgbClr val="0070C0"/>
                      </a:solidFill>
                      <a:prstDash val="solid"/>
                      <a:round/>
                      <a:headEnd type="none" w="med" len="med"/>
                      <a:tailEnd type="none" w="med" len="med"/>
                    </a:lnT>
                    <a:lnB w="6350" cap="flat" cmpd="sng" algn="ctr">
                      <a:solidFill>
                        <a:srgbClr val="0070C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66065">
                <a:tc>
                  <a:txBody>
                    <a:bodyPr/>
                    <a:lstStyle/>
                    <a:p>
                      <a:pPr algn="l" rtl="0" eaLnBrk="0">
                        <a:lnSpc>
                          <a:spcPct val="119000"/>
                        </a:lnSpc>
                      </a:pPr>
                      <a:endParaRPr lang="x-none" altLang="x-none" sz="400" dirty="0">
                        <a:latin typeface="Calibri" panose="020F0502020204030204" charset="0"/>
                        <a:cs typeface="Calibri" panose="020F0502020204030204" charset="0"/>
                      </a:endParaRPr>
                    </a:p>
                    <a:p>
                      <a:pPr marL="177165" algn="l" rtl="0" eaLnBrk="0">
                        <a:lnSpc>
                          <a:spcPct val="91000"/>
                        </a:lnSpc>
                        <a:spcBef>
                          <a:spcPts val="5"/>
                        </a:spcBef>
                      </a:pPr>
                      <a:r>
                        <a:rPr sz="800" spc="0" dirty="0">
                          <a:solidFill>
                            <a:srgbClr val="000000">
                              <a:alpha val="100000"/>
                            </a:srgbClr>
                          </a:solidFill>
                          <a:latin typeface="Calibri" panose="020F0502020204030204" charset="0"/>
                          <a:ea typeface="微软雅黑" panose="020B0503020204020204" pitchFamily="34" charset="-122"/>
                          <a:cs typeface="Calibri" panose="020F0502020204030204" charset="0"/>
                        </a:rPr>
                        <a:t>3</a:t>
                      </a:r>
                      <a:endParaRPr lang="x-none" altLang="x-none" sz="800" spc="0" dirty="0">
                        <a:solidFill>
                          <a:srgbClr val="000000">
                            <a:alpha val="100000"/>
                          </a:srgbClr>
                        </a:solidFill>
                        <a:latin typeface="Calibri" panose="020F0502020204030204" charset="0"/>
                        <a:ea typeface="微软雅黑" panose="020B0503020204020204" pitchFamily="34" charset="-122"/>
                        <a:cs typeface="Calibri" panose="020F0502020204030204" charset="0"/>
                      </a:endParaRPr>
                    </a:p>
                  </a:txBody>
                  <a:tcPr marL="0" marR="0" marT="0" marB="0">
                    <a:lnL w="6350" cap="flat" cmpd="sng" algn="ctr">
                      <a:solidFill>
                        <a:srgbClr val="0070C0"/>
                      </a:solidFill>
                      <a:prstDash val="solid"/>
                      <a:round/>
                      <a:headEnd type="none" w="med" len="med"/>
                      <a:tailEnd type="none" w="med" len="med"/>
                    </a:lnL>
                    <a:lnR w="6350" cap="flat" cmpd="sng" algn="ctr">
                      <a:solidFill>
                        <a:srgbClr val="0070C0"/>
                      </a:solidFill>
                      <a:prstDash val="solid"/>
                      <a:round/>
                      <a:headEnd type="none" w="med" len="med"/>
                      <a:tailEnd type="none" w="med" len="med"/>
                    </a:lnR>
                    <a:lnT w="6350" cap="flat" cmpd="sng" algn="ctr">
                      <a:solidFill>
                        <a:srgbClr val="0070C0"/>
                      </a:solidFill>
                      <a:prstDash val="solid"/>
                      <a:round/>
                      <a:headEnd type="none" w="med" len="med"/>
                      <a:tailEnd type="none" w="med" len="med"/>
                    </a:lnT>
                    <a:lnB w="6350" cap="flat" cmpd="sng" algn="ctr">
                      <a:solidFill>
                        <a:srgbClr val="0070C0"/>
                      </a:solidFill>
                      <a:prstDash val="solid"/>
                      <a:round/>
                      <a:headEnd type="none" w="med" len="med"/>
                      <a:tailEnd type="none" w="med" len="med"/>
                    </a:lnB>
                    <a:solidFill>
                      <a:srgbClr val="FFFFFF"/>
                    </a:solidFill>
                  </a:tcPr>
                </a:tc>
                <a:tc>
                  <a:txBody>
                    <a:bodyPr/>
                    <a:lstStyle/>
                    <a:p>
                      <a:pPr algn="l" rtl="0" eaLnBrk="0">
                        <a:lnSpc>
                          <a:spcPct val="112000"/>
                        </a:lnSpc>
                      </a:pPr>
                      <a:endParaRPr lang="x-none" altLang="x-none" sz="400" dirty="0">
                        <a:latin typeface="Calibri" panose="020F0502020204030204" charset="0"/>
                        <a:cs typeface="Calibri" panose="020F0502020204030204" charset="0"/>
                      </a:endParaRPr>
                    </a:p>
                    <a:p>
                      <a:pPr marL="302260" algn="l" rtl="0" eaLnBrk="0">
                        <a:lnSpc>
                          <a:spcPts val="1145"/>
                        </a:lnSpc>
                        <a:spcBef>
                          <a:spcPts val="5"/>
                        </a:spcBef>
                      </a:pPr>
                      <a:r>
                        <a:rPr sz="800" dirty="0">
                          <a:solidFill>
                            <a:srgbClr val="000000">
                              <a:alpha val="100000"/>
                            </a:srgbClr>
                          </a:solidFill>
                          <a:latin typeface="Calibri" panose="020F0502020204030204" charset="0"/>
                          <a:ea typeface="微软雅黑" panose="020B0503020204020204" pitchFamily="34" charset="-122"/>
                          <a:cs typeface="Calibri" panose="020F0502020204030204" charset="0"/>
                        </a:rPr>
                        <a:t>cooling method</a:t>
                      </a:r>
                    </a:p>
                  </a:txBody>
                  <a:tcPr marL="0" marR="0" marT="0" marB="0">
                    <a:lnL w="6350" cap="flat" cmpd="sng" algn="ctr">
                      <a:solidFill>
                        <a:srgbClr val="0070C0"/>
                      </a:solidFill>
                      <a:prstDash val="solid"/>
                      <a:round/>
                      <a:headEnd type="none" w="med" len="med"/>
                      <a:tailEnd type="none" w="med" len="med"/>
                    </a:lnL>
                    <a:lnR w="6350" cap="flat" cmpd="sng" algn="ctr">
                      <a:solidFill>
                        <a:srgbClr val="0070C0"/>
                      </a:solidFill>
                      <a:prstDash val="solid"/>
                      <a:round/>
                      <a:headEnd type="none" w="med" len="med"/>
                      <a:tailEnd type="none" w="med" len="med"/>
                    </a:lnR>
                    <a:lnT w="6350" cap="flat" cmpd="sng" algn="ctr">
                      <a:solidFill>
                        <a:srgbClr val="0070C0"/>
                      </a:solidFill>
                      <a:prstDash val="solid"/>
                      <a:round/>
                      <a:headEnd type="none" w="med" len="med"/>
                      <a:tailEnd type="none" w="med" len="med"/>
                    </a:lnT>
                    <a:lnB w="6350" cap="flat" cmpd="sng" algn="ctr">
                      <a:solidFill>
                        <a:srgbClr val="0070C0"/>
                      </a:solidFill>
                      <a:prstDash val="solid"/>
                      <a:round/>
                      <a:headEnd type="none" w="med" len="med"/>
                      <a:tailEnd type="none" w="med" len="med"/>
                    </a:lnB>
                    <a:solidFill>
                      <a:srgbClr val="FFFFFF"/>
                    </a:solidFill>
                  </a:tcPr>
                </a:tc>
                <a:tc>
                  <a:txBody>
                    <a:bodyPr/>
                    <a:lstStyle/>
                    <a:p>
                      <a:pPr algn="l" rtl="0" eaLnBrk="0">
                        <a:lnSpc>
                          <a:spcPct val="112000"/>
                        </a:lnSpc>
                      </a:pPr>
                      <a:endParaRPr lang="x-none" altLang="x-none" sz="400" dirty="0">
                        <a:latin typeface="Calibri" panose="020F0502020204030204" charset="0"/>
                      </a:endParaRPr>
                    </a:p>
                    <a:p>
                      <a:pPr marL="737235" algn="l" rtl="0" eaLnBrk="0">
                        <a:lnSpc>
                          <a:spcPts val="1145"/>
                        </a:lnSpc>
                        <a:spcBef>
                          <a:spcPts val="5"/>
                        </a:spcBef>
                      </a:pPr>
                      <a:r>
                        <a:rPr sz="800" dirty="0">
                          <a:solidFill>
                            <a:srgbClr val="000000">
                              <a:alpha val="100000"/>
                            </a:srgbClr>
                          </a:solidFill>
                          <a:latin typeface="Calibri" panose="020F0502020204030204" charset="0"/>
                          <a:ea typeface="微软雅黑" panose="020B0503020204020204" pitchFamily="34" charset="-122"/>
                          <a:cs typeface="微软雅黑" panose="020B0503020204020204" pitchFamily="34" charset="-122"/>
                        </a:rPr>
                        <a:t>water cooling</a:t>
                      </a:r>
                    </a:p>
                  </a:txBody>
                  <a:tcPr marL="0" marR="0" marT="0" marB="0">
                    <a:lnL w="6350" cap="flat" cmpd="sng" algn="ctr">
                      <a:solidFill>
                        <a:srgbClr val="0070C0"/>
                      </a:solidFill>
                      <a:prstDash val="solid"/>
                      <a:round/>
                      <a:headEnd type="none" w="med" len="med"/>
                      <a:tailEnd type="none" w="med" len="med"/>
                    </a:lnL>
                    <a:lnR w="6350" cap="flat" cmpd="sng" algn="ctr">
                      <a:solidFill>
                        <a:srgbClr val="0070C0"/>
                      </a:solidFill>
                      <a:prstDash val="solid"/>
                      <a:round/>
                      <a:headEnd type="none" w="med" len="med"/>
                      <a:tailEnd type="none" w="med" len="med"/>
                    </a:lnR>
                    <a:lnT w="6350" cap="flat" cmpd="sng" algn="ctr">
                      <a:solidFill>
                        <a:srgbClr val="0070C0"/>
                      </a:solidFill>
                      <a:prstDash val="solid"/>
                      <a:round/>
                      <a:headEnd type="none" w="med" len="med"/>
                      <a:tailEnd type="none" w="med" len="med"/>
                    </a:lnT>
                    <a:lnB w="6350" cap="flat" cmpd="sng" algn="ctr">
                      <a:solidFill>
                        <a:srgbClr val="0070C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66700">
                <a:tc>
                  <a:txBody>
                    <a:bodyPr/>
                    <a:lstStyle/>
                    <a:p>
                      <a:pPr algn="l" rtl="0" eaLnBrk="0">
                        <a:lnSpc>
                          <a:spcPct val="101000"/>
                        </a:lnSpc>
                      </a:pPr>
                      <a:endParaRPr lang="x-none" altLang="x-none" sz="500" dirty="0">
                        <a:latin typeface="Calibri" panose="020F0502020204030204" charset="0"/>
                        <a:cs typeface="Calibri" panose="020F0502020204030204" charset="0"/>
                      </a:endParaRPr>
                    </a:p>
                    <a:p>
                      <a:pPr marL="169545" algn="l" rtl="0" eaLnBrk="0">
                        <a:lnSpc>
                          <a:spcPct val="90000"/>
                        </a:lnSpc>
                        <a:spcBef>
                          <a:spcPts val="0"/>
                        </a:spcBef>
                      </a:pPr>
                      <a:r>
                        <a:rPr sz="800" spc="40" dirty="0">
                          <a:solidFill>
                            <a:srgbClr val="000000">
                              <a:alpha val="100000"/>
                            </a:srgbClr>
                          </a:solidFill>
                          <a:latin typeface="Calibri" panose="020F0502020204030204" charset="0"/>
                          <a:ea typeface="微软雅黑" panose="020B0503020204020204" pitchFamily="34" charset="-122"/>
                          <a:cs typeface="Calibri" panose="020F0502020204030204" charset="0"/>
                        </a:rPr>
                        <a:t>4</a:t>
                      </a:r>
                      <a:endParaRPr lang="x-none" altLang="x-none" sz="800" spc="40" dirty="0">
                        <a:solidFill>
                          <a:srgbClr val="000000">
                            <a:alpha val="100000"/>
                          </a:srgbClr>
                        </a:solidFill>
                        <a:latin typeface="Calibri" panose="020F0502020204030204" charset="0"/>
                        <a:ea typeface="微软雅黑" panose="020B0503020204020204" pitchFamily="34" charset="-122"/>
                        <a:cs typeface="Calibri" panose="020F0502020204030204" charset="0"/>
                      </a:endParaRPr>
                    </a:p>
                  </a:txBody>
                  <a:tcPr marL="0" marR="0" marT="0" marB="0">
                    <a:lnL w="6350" cap="flat" cmpd="sng" algn="ctr">
                      <a:solidFill>
                        <a:srgbClr val="0070C0"/>
                      </a:solidFill>
                      <a:prstDash val="solid"/>
                      <a:round/>
                      <a:headEnd type="none" w="med" len="med"/>
                      <a:tailEnd type="none" w="med" len="med"/>
                    </a:lnL>
                    <a:lnR w="6350" cap="flat" cmpd="sng" algn="ctr">
                      <a:solidFill>
                        <a:srgbClr val="0070C0"/>
                      </a:solidFill>
                      <a:prstDash val="solid"/>
                      <a:round/>
                      <a:headEnd type="none" w="med" len="med"/>
                      <a:tailEnd type="none" w="med" len="med"/>
                    </a:lnR>
                    <a:lnT w="6350" cap="flat" cmpd="sng" algn="ctr">
                      <a:solidFill>
                        <a:srgbClr val="0070C0"/>
                      </a:solidFill>
                      <a:prstDash val="solid"/>
                      <a:round/>
                      <a:headEnd type="none" w="med" len="med"/>
                      <a:tailEnd type="none" w="med" len="med"/>
                    </a:lnT>
                    <a:lnB w="6350" cap="flat" cmpd="sng" algn="ctr">
                      <a:solidFill>
                        <a:srgbClr val="0070C0"/>
                      </a:solidFill>
                      <a:prstDash val="solid"/>
                      <a:round/>
                      <a:headEnd type="none" w="med" len="med"/>
                      <a:tailEnd type="none" w="med" len="med"/>
                    </a:lnB>
                    <a:solidFill>
                      <a:srgbClr val="FFFFFF"/>
                    </a:solidFill>
                  </a:tcPr>
                </a:tc>
                <a:tc>
                  <a:txBody>
                    <a:bodyPr/>
                    <a:lstStyle/>
                    <a:p>
                      <a:pPr algn="l" rtl="0" eaLnBrk="0">
                        <a:lnSpc>
                          <a:spcPct val="112000"/>
                        </a:lnSpc>
                      </a:pPr>
                      <a:endParaRPr lang="x-none" altLang="x-none" sz="400" dirty="0">
                        <a:latin typeface="Calibri" panose="020F0502020204030204" charset="0"/>
                        <a:cs typeface="Calibri" panose="020F0502020204030204" charset="0"/>
                      </a:endParaRPr>
                    </a:p>
                    <a:p>
                      <a:pPr marL="300355" algn="l" rtl="0" eaLnBrk="0">
                        <a:lnSpc>
                          <a:spcPts val="1150"/>
                        </a:lnSpc>
                        <a:spcBef>
                          <a:spcPts val="5"/>
                        </a:spcBef>
                      </a:pPr>
                      <a:r>
                        <a:rPr sz="800" dirty="0">
                          <a:solidFill>
                            <a:srgbClr val="000000">
                              <a:alpha val="100000"/>
                            </a:srgbClr>
                          </a:solidFill>
                          <a:latin typeface="Calibri" panose="020F0502020204030204" charset="0"/>
                          <a:ea typeface="微软雅黑" panose="020B0503020204020204" pitchFamily="34" charset="-122"/>
                          <a:cs typeface="Calibri" panose="020F0502020204030204" charset="0"/>
                        </a:rPr>
                        <a:t>Applicable power</a:t>
                      </a:r>
                    </a:p>
                  </a:txBody>
                  <a:tcPr marL="0" marR="0" marT="0" marB="0">
                    <a:lnL w="6350" cap="flat" cmpd="sng" algn="ctr">
                      <a:solidFill>
                        <a:srgbClr val="0070C0"/>
                      </a:solidFill>
                      <a:prstDash val="solid"/>
                      <a:round/>
                      <a:headEnd type="none" w="med" len="med"/>
                      <a:tailEnd type="none" w="med" len="med"/>
                    </a:lnL>
                    <a:lnR w="6350" cap="flat" cmpd="sng" algn="ctr">
                      <a:solidFill>
                        <a:srgbClr val="0070C0"/>
                      </a:solidFill>
                      <a:prstDash val="solid"/>
                      <a:round/>
                      <a:headEnd type="none" w="med" len="med"/>
                      <a:tailEnd type="none" w="med" len="med"/>
                    </a:lnR>
                    <a:lnT w="6350" cap="flat" cmpd="sng" algn="ctr">
                      <a:solidFill>
                        <a:srgbClr val="0070C0"/>
                      </a:solidFill>
                      <a:prstDash val="solid"/>
                      <a:round/>
                      <a:headEnd type="none" w="med" len="med"/>
                      <a:tailEnd type="none" w="med" len="med"/>
                    </a:lnT>
                    <a:lnB w="6350" cap="flat" cmpd="sng" algn="ctr">
                      <a:solidFill>
                        <a:srgbClr val="0070C0"/>
                      </a:solidFill>
                      <a:prstDash val="solid"/>
                      <a:round/>
                      <a:headEnd type="none" w="med" len="med"/>
                      <a:tailEnd type="none" w="med" len="med"/>
                    </a:lnB>
                    <a:solidFill>
                      <a:srgbClr val="FFFFFF"/>
                    </a:solidFill>
                  </a:tcPr>
                </a:tc>
                <a:tc>
                  <a:txBody>
                    <a:bodyPr/>
                    <a:lstStyle/>
                    <a:p>
                      <a:pPr algn="l" rtl="0" eaLnBrk="0">
                        <a:lnSpc>
                          <a:spcPct val="112000"/>
                        </a:lnSpc>
                      </a:pPr>
                      <a:endParaRPr lang="x-none" altLang="x-none" sz="400" dirty="0">
                        <a:latin typeface="Calibri" panose="020F0502020204030204" charset="0"/>
                        <a:cs typeface="Calibri" panose="020F0502020204030204" charset="0"/>
                      </a:endParaRPr>
                    </a:p>
                    <a:p>
                      <a:pPr marL="617220" algn="l" rtl="0" eaLnBrk="0">
                        <a:lnSpc>
                          <a:spcPts val="1265"/>
                        </a:lnSpc>
                        <a:spcBef>
                          <a:spcPts val="5"/>
                        </a:spcBef>
                      </a:pPr>
                      <a:r>
                        <a:rPr sz="800" spc="60" smtClean="0">
                          <a:solidFill>
                            <a:srgbClr val="000000">
                              <a:alpha val="100000"/>
                            </a:srgbClr>
                          </a:solidFill>
                          <a:latin typeface="Calibri" panose="020F0502020204030204" charset="0"/>
                          <a:ea typeface="微软雅黑" panose="020B0503020204020204" pitchFamily="34" charset="-122"/>
                          <a:cs typeface="Calibri" panose="020F0502020204030204" charset="0"/>
                        </a:rPr>
                        <a:t>≤</a:t>
                      </a:r>
                      <a:r>
                        <a:rPr lang="en-US" sz="800" spc="60" smtClean="0">
                          <a:solidFill>
                            <a:srgbClr val="000000">
                              <a:alpha val="100000"/>
                            </a:srgbClr>
                          </a:solidFill>
                          <a:latin typeface="Calibri" panose="020F0502020204030204" charset="0"/>
                          <a:ea typeface="微软雅黑" panose="020B0503020204020204" pitchFamily="34" charset="-122"/>
                          <a:cs typeface="Calibri" panose="020F0502020204030204" charset="0"/>
                        </a:rPr>
                        <a:t>3</a:t>
                      </a:r>
                      <a:r>
                        <a:rPr sz="800" spc="60" smtClean="0">
                          <a:solidFill>
                            <a:srgbClr val="000000">
                              <a:alpha val="100000"/>
                            </a:srgbClr>
                          </a:solidFill>
                          <a:latin typeface="Calibri" panose="020F0502020204030204" charset="0"/>
                          <a:ea typeface="微软雅黑" panose="020B0503020204020204" pitchFamily="34" charset="-122"/>
                          <a:cs typeface="Calibri" panose="020F0502020204030204" charset="0"/>
                        </a:rPr>
                        <a:t>00</a:t>
                      </a:r>
                      <a:r>
                        <a:rPr sz="800" spc="50" smtClean="0">
                          <a:solidFill>
                            <a:srgbClr val="000000">
                              <a:alpha val="100000"/>
                            </a:srgbClr>
                          </a:solidFill>
                          <a:latin typeface="Calibri" panose="020F0502020204030204" charset="0"/>
                          <a:ea typeface="微软雅黑" panose="020B0503020204020204" pitchFamily="34" charset="-122"/>
                          <a:cs typeface="Calibri" panose="020F0502020204030204" charset="0"/>
                        </a:rPr>
                        <a:t>0</a:t>
                      </a:r>
                      <a:r>
                        <a:rPr sz="800" spc="0" smtClean="0">
                          <a:solidFill>
                            <a:srgbClr val="000000">
                              <a:alpha val="100000"/>
                            </a:srgbClr>
                          </a:solidFill>
                          <a:latin typeface="Calibri" panose="020F0502020204030204" charset="0"/>
                          <a:ea typeface="微软雅黑" panose="020B0503020204020204" pitchFamily="34" charset="-122"/>
                          <a:cs typeface="Calibri" panose="020F0502020204030204" charset="0"/>
                        </a:rPr>
                        <a:t>W</a:t>
                      </a:r>
                      <a:endParaRPr lang="x-none" altLang="x-none" sz="800" spc="0" dirty="0" smtClean="0">
                        <a:solidFill>
                          <a:srgbClr val="000000">
                            <a:alpha val="100000"/>
                          </a:srgbClr>
                        </a:solidFill>
                        <a:latin typeface="Calibri" panose="020F0502020204030204" charset="0"/>
                        <a:ea typeface="微软雅黑" panose="020B0503020204020204" pitchFamily="34" charset="-122"/>
                        <a:cs typeface="Calibri" panose="020F0502020204030204" charset="0"/>
                      </a:endParaRPr>
                    </a:p>
                  </a:txBody>
                  <a:tcPr marL="0" marR="0" marT="0" marB="0">
                    <a:lnL w="6350" cap="flat" cmpd="sng" algn="ctr">
                      <a:solidFill>
                        <a:srgbClr val="0070C0"/>
                      </a:solidFill>
                      <a:prstDash val="solid"/>
                      <a:round/>
                      <a:headEnd type="none" w="med" len="med"/>
                      <a:tailEnd type="none" w="med" len="med"/>
                    </a:lnL>
                    <a:lnR w="6350" cap="flat" cmpd="sng" algn="ctr">
                      <a:solidFill>
                        <a:srgbClr val="0070C0"/>
                      </a:solidFill>
                      <a:prstDash val="solid"/>
                      <a:round/>
                      <a:headEnd type="none" w="med" len="med"/>
                      <a:tailEnd type="none" w="med" len="med"/>
                    </a:lnR>
                    <a:lnT w="6350" cap="flat" cmpd="sng" algn="ctr">
                      <a:solidFill>
                        <a:srgbClr val="0070C0"/>
                      </a:solidFill>
                      <a:prstDash val="solid"/>
                      <a:round/>
                      <a:headEnd type="none" w="med" len="med"/>
                      <a:tailEnd type="none" w="med" len="med"/>
                    </a:lnT>
                    <a:lnB w="6350" cap="flat" cmpd="sng" algn="ctr">
                      <a:solidFill>
                        <a:srgbClr val="0070C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280035">
                <a:tc>
                  <a:txBody>
                    <a:bodyPr/>
                    <a:lstStyle/>
                    <a:p>
                      <a:pPr algn="l" rtl="0" eaLnBrk="0">
                        <a:lnSpc>
                          <a:spcPct val="100000"/>
                        </a:lnSpc>
                      </a:pPr>
                      <a:endParaRPr lang="x-none" altLang="x-none" sz="500" dirty="0">
                        <a:latin typeface="Calibri" panose="020F0502020204030204" charset="0"/>
                        <a:cs typeface="Calibri" panose="020F0502020204030204" charset="0"/>
                      </a:endParaRPr>
                    </a:p>
                    <a:p>
                      <a:pPr marL="179070" algn="l" rtl="0" eaLnBrk="0">
                        <a:lnSpc>
                          <a:spcPct val="90000"/>
                        </a:lnSpc>
                        <a:spcBef>
                          <a:spcPts val="5"/>
                        </a:spcBef>
                      </a:pPr>
                      <a:r>
                        <a:rPr sz="800" spc="0" dirty="0">
                          <a:solidFill>
                            <a:srgbClr val="000000">
                              <a:alpha val="100000"/>
                            </a:srgbClr>
                          </a:solidFill>
                          <a:latin typeface="Calibri" panose="020F0502020204030204" charset="0"/>
                          <a:ea typeface="微软雅黑" panose="020B0503020204020204" pitchFamily="34" charset="-122"/>
                          <a:cs typeface="Calibri" panose="020F0502020204030204" charset="0"/>
                        </a:rPr>
                        <a:t>5</a:t>
                      </a:r>
                      <a:endParaRPr lang="x-none" altLang="x-none" sz="800" spc="0" dirty="0">
                        <a:solidFill>
                          <a:srgbClr val="000000">
                            <a:alpha val="100000"/>
                          </a:srgbClr>
                        </a:solidFill>
                        <a:latin typeface="Calibri" panose="020F0502020204030204" charset="0"/>
                        <a:ea typeface="微软雅黑" panose="020B0503020204020204" pitchFamily="34" charset="-122"/>
                        <a:cs typeface="Calibri" panose="020F0502020204030204" charset="0"/>
                      </a:endParaRPr>
                    </a:p>
                  </a:txBody>
                  <a:tcPr marL="0" marR="0" marT="0" marB="0">
                    <a:lnL w="6350" cap="flat" cmpd="sng" algn="ctr">
                      <a:solidFill>
                        <a:srgbClr val="0070C0"/>
                      </a:solidFill>
                      <a:prstDash val="solid"/>
                      <a:round/>
                      <a:headEnd type="none" w="med" len="med"/>
                      <a:tailEnd type="none" w="med" len="med"/>
                    </a:lnL>
                    <a:lnR w="6350" cap="flat" cmpd="sng" algn="ctr">
                      <a:solidFill>
                        <a:srgbClr val="0070C0"/>
                      </a:solidFill>
                      <a:prstDash val="solid"/>
                      <a:round/>
                      <a:headEnd type="none" w="med" len="med"/>
                      <a:tailEnd type="none" w="med" len="med"/>
                    </a:lnR>
                    <a:lnT w="6350" cap="flat" cmpd="sng" algn="ctr">
                      <a:solidFill>
                        <a:srgbClr val="0070C0"/>
                      </a:solidFill>
                      <a:prstDash val="solid"/>
                      <a:round/>
                      <a:headEnd type="none" w="med" len="med"/>
                      <a:tailEnd type="none" w="med" len="med"/>
                    </a:lnT>
                    <a:lnB w="6350" cap="flat" cmpd="sng" algn="ctr">
                      <a:solidFill>
                        <a:srgbClr val="0070C0"/>
                      </a:solidFill>
                      <a:prstDash val="solid"/>
                      <a:round/>
                      <a:headEnd type="none" w="med" len="med"/>
                      <a:tailEnd type="none" w="med" len="med"/>
                    </a:lnB>
                    <a:solidFill>
                      <a:srgbClr val="FFFFFF"/>
                    </a:solidFill>
                  </a:tcPr>
                </a:tc>
                <a:tc>
                  <a:txBody>
                    <a:bodyPr/>
                    <a:lstStyle/>
                    <a:p>
                      <a:pPr algn="l" rtl="0" eaLnBrk="0">
                        <a:lnSpc>
                          <a:spcPct val="112000"/>
                        </a:lnSpc>
                      </a:pPr>
                      <a:endParaRPr lang="x-none" altLang="x-none" sz="400" dirty="0">
                        <a:latin typeface="Calibri" panose="020F0502020204030204" charset="0"/>
                        <a:cs typeface="Calibri" panose="020F0502020204030204" charset="0"/>
                      </a:endParaRPr>
                    </a:p>
                    <a:p>
                      <a:pPr marL="427990" algn="l" rtl="0" eaLnBrk="0">
                        <a:lnSpc>
                          <a:spcPts val="1160"/>
                        </a:lnSpc>
                        <a:spcBef>
                          <a:spcPts val="0"/>
                        </a:spcBef>
                      </a:pPr>
                      <a:r>
                        <a:rPr sz="800" dirty="0">
                          <a:solidFill>
                            <a:srgbClr val="000000">
                              <a:alpha val="100000"/>
                            </a:srgbClr>
                          </a:solidFill>
                          <a:latin typeface="Calibri" panose="020F0502020204030204" charset="0"/>
                          <a:ea typeface="微软雅黑" panose="020B0503020204020204" pitchFamily="34" charset="-122"/>
                          <a:cs typeface="Calibri" panose="020F0502020204030204" charset="0"/>
                        </a:rPr>
                        <a:t>collimation</a:t>
                      </a:r>
                    </a:p>
                  </a:txBody>
                  <a:tcPr marL="0" marR="0" marT="0" marB="0">
                    <a:lnL w="6350" cap="flat" cmpd="sng" algn="ctr">
                      <a:solidFill>
                        <a:srgbClr val="0070C0"/>
                      </a:solidFill>
                      <a:prstDash val="solid"/>
                      <a:round/>
                      <a:headEnd type="none" w="med" len="med"/>
                      <a:tailEnd type="none" w="med" len="med"/>
                    </a:lnL>
                    <a:lnR w="6350" cap="flat" cmpd="sng" algn="ctr">
                      <a:solidFill>
                        <a:srgbClr val="0070C0"/>
                      </a:solidFill>
                      <a:prstDash val="solid"/>
                      <a:round/>
                      <a:headEnd type="none" w="med" len="med"/>
                      <a:tailEnd type="none" w="med" len="med"/>
                    </a:lnR>
                    <a:lnT w="6350" cap="flat" cmpd="sng" algn="ctr">
                      <a:solidFill>
                        <a:srgbClr val="0070C0"/>
                      </a:solidFill>
                      <a:prstDash val="solid"/>
                      <a:round/>
                      <a:headEnd type="none" w="med" len="med"/>
                      <a:tailEnd type="none" w="med" len="med"/>
                    </a:lnT>
                    <a:lnB w="6350" cap="flat" cmpd="sng" algn="ctr">
                      <a:solidFill>
                        <a:srgbClr val="0070C0"/>
                      </a:solidFill>
                      <a:prstDash val="solid"/>
                      <a:round/>
                      <a:headEnd type="none" w="med" len="med"/>
                      <a:tailEnd type="none" w="med" len="med"/>
                    </a:lnB>
                    <a:solidFill>
                      <a:srgbClr val="FFFFFF"/>
                    </a:solidFill>
                  </a:tcPr>
                </a:tc>
                <a:tc>
                  <a:txBody>
                    <a:bodyPr/>
                    <a:lstStyle/>
                    <a:p>
                      <a:pPr algn="l" rtl="0" eaLnBrk="0">
                        <a:lnSpc>
                          <a:spcPct val="112000"/>
                        </a:lnSpc>
                      </a:pPr>
                      <a:endParaRPr lang="x-none" altLang="x-none" sz="400" dirty="0">
                        <a:latin typeface="Calibri" panose="020F0502020204030204" charset="0"/>
                        <a:cs typeface="Calibri" panose="020F0502020204030204" charset="0"/>
                      </a:endParaRPr>
                    </a:p>
                    <a:p>
                      <a:pPr marL="377825" algn="l" rtl="0" eaLnBrk="0">
                        <a:lnSpc>
                          <a:spcPts val="1265"/>
                        </a:lnSpc>
                        <a:spcBef>
                          <a:spcPts val="0"/>
                        </a:spcBef>
                      </a:pPr>
                      <a:r>
                        <a:rPr sz="800" spc="0" dirty="0" smtClean="0">
                          <a:solidFill>
                            <a:srgbClr val="000000">
                              <a:alpha val="100000"/>
                            </a:srgbClr>
                          </a:solidFill>
                          <a:latin typeface="Calibri" panose="020F0502020204030204" charset="0"/>
                          <a:ea typeface="微软雅黑" panose="020B0503020204020204" pitchFamily="34" charset="-122"/>
                          <a:cs typeface="Calibri" panose="020F0502020204030204" charset="0"/>
                        </a:rPr>
                        <a:t>D</a:t>
                      </a:r>
                      <a:r>
                        <a:rPr lang="en-US" sz="800" spc="20" dirty="0" smtClean="0">
                          <a:solidFill>
                            <a:srgbClr val="000000">
                              <a:alpha val="100000"/>
                            </a:srgbClr>
                          </a:solidFill>
                          <a:latin typeface="Calibri" panose="020F0502020204030204" charset="0"/>
                          <a:ea typeface="微软雅黑" panose="020B0503020204020204" pitchFamily="34" charset="-122"/>
                          <a:cs typeface="Calibri" panose="020F0502020204030204" charset="0"/>
                        </a:rPr>
                        <a:t>16</a:t>
                      </a:r>
                      <a:r>
                        <a:rPr sz="800" spc="20" dirty="0" smtClean="0">
                          <a:solidFill>
                            <a:srgbClr val="000000">
                              <a:alpha val="100000"/>
                            </a:srgbClr>
                          </a:solidFill>
                          <a:latin typeface="Calibri" panose="020F0502020204030204" charset="0"/>
                          <a:ea typeface="微软雅黑" panose="020B0503020204020204" pitchFamily="34" charset="-122"/>
                          <a:cs typeface="Calibri" panose="020F0502020204030204" charset="0"/>
                        </a:rPr>
                        <a:t>×</a:t>
                      </a:r>
                      <a:r>
                        <a:rPr lang="en-US" sz="800" spc="20" dirty="0" smtClean="0">
                          <a:solidFill>
                            <a:srgbClr val="000000">
                              <a:alpha val="100000"/>
                            </a:srgbClr>
                          </a:solidFill>
                          <a:latin typeface="Calibri" panose="020F0502020204030204" charset="0"/>
                          <a:ea typeface="微软雅黑" panose="020B0503020204020204" pitchFamily="34" charset="-122"/>
                          <a:cs typeface="Calibri" panose="020F0502020204030204" charset="0"/>
                        </a:rPr>
                        <a:t>5</a:t>
                      </a:r>
                      <a:r>
                        <a:rPr sz="800" spc="0" dirty="0" smtClean="0">
                          <a:solidFill>
                            <a:srgbClr val="000000">
                              <a:alpha val="100000"/>
                            </a:srgbClr>
                          </a:solidFill>
                          <a:latin typeface="Calibri" panose="020F0502020204030204" charset="0"/>
                          <a:ea typeface="微软雅黑" panose="020B0503020204020204" pitchFamily="34" charset="-122"/>
                          <a:cs typeface="Calibri" panose="020F0502020204030204" charset="0"/>
                        </a:rPr>
                        <a:t>mm</a:t>
                      </a:r>
                      <a:r>
                        <a:rPr sz="800" spc="20" dirty="0">
                          <a:solidFill>
                            <a:srgbClr val="000000">
                              <a:alpha val="100000"/>
                            </a:srgbClr>
                          </a:solidFill>
                          <a:latin typeface="Calibri" panose="020F0502020204030204" charset="0"/>
                          <a:ea typeface="微软雅黑" panose="020B0503020204020204" pitchFamily="34" charset="-122"/>
                          <a:cs typeface="Calibri" panose="020F0502020204030204" charset="0"/>
                        </a:rPr>
                        <a:t>，  </a:t>
                      </a:r>
                      <a:r>
                        <a:rPr sz="800" spc="0" dirty="0">
                          <a:solidFill>
                            <a:srgbClr val="000000">
                              <a:alpha val="100000"/>
                            </a:srgbClr>
                          </a:solidFill>
                          <a:latin typeface="Calibri" panose="020F0502020204030204" charset="0"/>
                          <a:ea typeface="微软雅黑" panose="020B0503020204020204" pitchFamily="34" charset="-122"/>
                          <a:cs typeface="Calibri" panose="020F0502020204030204" charset="0"/>
                        </a:rPr>
                        <a:t>F60</a:t>
                      </a:r>
                      <a:endParaRPr lang="x-none" altLang="x-none" sz="800" spc="0" dirty="0">
                        <a:solidFill>
                          <a:srgbClr val="000000">
                            <a:alpha val="100000"/>
                          </a:srgbClr>
                        </a:solidFill>
                        <a:latin typeface="Calibri" panose="020F0502020204030204" charset="0"/>
                        <a:ea typeface="微软雅黑" panose="020B0503020204020204" pitchFamily="34" charset="-122"/>
                        <a:cs typeface="Calibri" panose="020F0502020204030204" charset="0"/>
                      </a:endParaRPr>
                    </a:p>
                  </a:txBody>
                  <a:tcPr marL="0" marR="0" marT="0" marB="0">
                    <a:lnL w="6350" cap="flat" cmpd="sng" algn="ctr">
                      <a:solidFill>
                        <a:srgbClr val="0070C0"/>
                      </a:solidFill>
                      <a:prstDash val="solid"/>
                      <a:round/>
                      <a:headEnd type="none" w="med" len="med"/>
                      <a:tailEnd type="none" w="med" len="med"/>
                    </a:lnL>
                    <a:lnR w="6350" cap="flat" cmpd="sng" algn="ctr">
                      <a:solidFill>
                        <a:srgbClr val="0070C0"/>
                      </a:solidFill>
                      <a:prstDash val="solid"/>
                      <a:round/>
                      <a:headEnd type="none" w="med" len="med"/>
                      <a:tailEnd type="none" w="med" len="med"/>
                    </a:lnR>
                    <a:lnT w="6350" cap="flat" cmpd="sng" algn="ctr">
                      <a:solidFill>
                        <a:srgbClr val="0070C0"/>
                      </a:solidFill>
                      <a:prstDash val="solid"/>
                      <a:round/>
                      <a:headEnd type="none" w="med" len="med"/>
                      <a:tailEnd type="none" w="med" len="med"/>
                    </a:lnT>
                    <a:lnB w="6350" cap="flat" cmpd="sng" algn="ctr">
                      <a:solidFill>
                        <a:srgbClr val="0070C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66065">
                <a:tc>
                  <a:txBody>
                    <a:bodyPr/>
                    <a:lstStyle/>
                    <a:p>
                      <a:pPr algn="l" rtl="0" eaLnBrk="0">
                        <a:lnSpc>
                          <a:spcPct val="119000"/>
                        </a:lnSpc>
                      </a:pPr>
                      <a:endParaRPr lang="x-none" altLang="x-none" sz="400" dirty="0">
                        <a:latin typeface="Calibri" panose="020F0502020204030204" charset="0"/>
                        <a:cs typeface="Calibri" panose="020F0502020204030204" charset="0"/>
                      </a:endParaRPr>
                    </a:p>
                    <a:p>
                      <a:pPr marL="175895" algn="l" rtl="0" eaLnBrk="0">
                        <a:lnSpc>
                          <a:spcPct val="91000"/>
                        </a:lnSpc>
                        <a:spcBef>
                          <a:spcPts val="5"/>
                        </a:spcBef>
                      </a:pPr>
                      <a:r>
                        <a:rPr sz="800" spc="0" dirty="0">
                          <a:solidFill>
                            <a:srgbClr val="000000">
                              <a:alpha val="100000"/>
                            </a:srgbClr>
                          </a:solidFill>
                          <a:latin typeface="Calibri" panose="020F0502020204030204" charset="0"/>
                          <a:ea typeface="微软雅黑" panose="020B0503020204020204" pitchFamily="34" charset="-122"/>
                          <a:cs typeface="Calibri" panose="020F0502020204030204" charset="0"/>
                        </a:rPr>
                        <a:t>6</a:t>
                      </a:r>
                      <a:endParaRPr lang="x-none" altLang="x-none" sz="800" spc="0" dirty="0">
                        <a:solidFill>
                          <a:srgbClr val="000000">
                            <a:alpha val="100000"/>
                          </a:srgbClr>
                        </a:solidFill>
                        <a:latin typeface="Calibri" panose="020F0502020204030204" charset="0"/>
                        <a:ea typeface="微软雅黑" panose="020B0503020204020204" pitchFamily="34" charset="-122"/>
                        <a:cs typeface="Calibri" panose="020F0502020204030204" charset="0"/>
                      </a:endParaRPr>
                    </a:p>
                  </a:txBody>
                  <a:tcPr marL="0" marR="0" marT="0" marB="0">
                    <a:lnL w="6350" cap="flat" cmpd="sng" algn="ctr">
                      <a:solidFill>
                        <a:srgbClr val="0070C0"/>
                      </a:solidFill>
                      <a:prstDash val="solid"/>
                      <a:round/>
                      <a:headEnd type="none" w="med" len="med"/>
                      <a:tailEnd type="none" w="med" len="med"/>
                    </a:lnL>
                    <a:lnR w="6350" cap="flat" cmpd="sng" algn="ctr">
                      <a:solidFill>
                        <a:srgbClr val="0070C0"/>
                      </a:solidFill>
                      <a:prstDash val="solid"/>
                      <a:round/>
                      <a:headEnd type="none" w="med" len="med"/>
                      <a:tailEnd type="none" w="med" len="med"/>
                    </a:lnR>
                    <a:lnT w="6350" cap="flat" cmpd="sng" algn="ctr">
                      <a:solidFill>
                        <a:srgbClr val="0070C0"/>
                      </a:solidFill>
                      <a:prstDash val="solid"/>
                      <a:round/>
                      <a:headEnd type="none" w="med" len="med"/>
                      <a:tailEnd type="none" w="med" len="med"/>
                    </a:lnT>
                    <a:lnB w="6350" cap="flat" cmpd="sng" algn="ctr">
                      <a:solidFill>
                        <a:srgbClr val="0070C0"/>
                      </a:solidFill>
                      <a:prstDash val="solid"/>
                      <a:round/>
                      <a:headEnd type="none" w="med" len="med"/>
                      <a:tailEnd type="none" w="med" len="med"/>
                    </a:lnB>
                    <a:solidFill>
                      <a:srgbClr val="FFFFFF"/>
                    </a:solidFill>
                  </a:tcPr>
                </a:tc>
                <a:tc>
                  <a:txBody>
                    <a:bodyPr/>
                    <a:lstStyle/>
                    <a:p>
                      <a:pPr algn="l" rtl="0" eaLnBrk="0">
                        <a:lnSpc>
                          <a:spcPct val="112000"/>
                        </a:lnSpc>
                      </a:pPr>
                      <a:endParaRPr lang="x-none" altLang="x-none" sz="400" dirty="0">
                        <a:latin typeface="Calibri" panose="020F0502020204030204" charset="0"/>
                        <a:cs typeface="Calibri" panose="020F0502020204030204" charset="0"/>
                      </a:endParaRPr>
                    </a:p>
                    <a:p>
                      <a:pPr marL="427355" algn="l" rtl="0" eaLnBrk="0">
                        <a:lnSpc>
                          <a:spcPts val="1155"/>
                        </a:lnSpc>
                        <a:spcBef>
                          <a:spcPts val="0"/>
                        </a:spcBef>
                      </a:pPr>
                      <a:r>
                        <a:rPr sz="800" dirty="0">
                          <a:solidFill>
                            <a:srgbClr val="000000">
                              <a:alpha val="100000"/>
                            </a:srgbClr>
                          </a:solidFill>
                          <a:latin typeface="Calibri" panose="020F0502020204030204" charset="0"/>
                          <a:ea typeface="微软雅黑" panose="020B0503020204020204" pitchFamily="34" charset="-122"/>
                          <a:cs typeface="Calibri" panose="020F0502020204030204" charset="0"/>
                        </a:rPr>
                        <a:t>focus</a:t>
                      </a:r>
                    </a:p>
                  </a:txBody>
                  <a:tcPr marL="0" marR="0" marT="0" marB="0">
                    <a:lnL w="6350" cap="flat" cmpd="sng" algn="ctr">
                      <a:solidFill>
                        <a:srgbClr val="0070C0"/>
                      </a:solidFill>
                      <a:prstDash val="solid"/>
                      <a:round/>
                      <a:headEnd type="none" w="med" len="med"/>
                      <a:tailEnd type="none" w="med" len="med"/>
                    </a:lnL>
                    <a:lnR w="6350" cap="flat" cmpd="sng" algn="ctr">
                      <a:solidFill>
                        <a:srgbClr val="0070C0"/>
                      </a:solidFill>
                      <a:prstDash val="solid"/>
                      <a:round/>
                      <a:headEnd type="none" w="med" len="med"/>
                      <a:tailEnd type="none" w="med" len="med"/>
                    </a:lnR>
                    <a:lnT w="6350" cap="flat" cmpd="sng" algn="ctr">
                      <a:solidFill>
                        <a:srgbClr val="0070C0"/>
                      </a:solidFill>
                      <a:prstDash val="solid"/>
                      <a:round/>
                      <a:headEnd type="none" w="med" len="med"/>
                      <a:tailEnd type="none" w="med" len="med"/>
                    </a:lnT>
                    <a:lnB w="6350" cap="flat" cmpd="sng" algn="ctr">
                      <a:solidFill>
                        <a:srgbClr val="0070C0"/>
                      </a:solidFill>
                      <a:prstDash val="solid"/>
                      <a:round/>
                      <a:headEnd type="none" w="med" len="med"/>
                      <a:tailEnd type="none" w="med" len="med"/>
                    </a:lnB>
                    <a:solidFill>
                      <a:srgbClr val="FFFFFF"/>
                    </a:solidFill>
                  </a:tcPr>
                </a:tc>
                <a:tc>
                  <a:txBody>
                    <a:bodyPr/>
                    <a:lstStyle/>
                    <a:p>
                      <a:pPr algn="l" rtl="0" eaLnBrk="0">
                        <a:lnSpc>
                          <a:spcPct val="112000"/>
                        </a:lnSpc>
                      </a:pPr>
                      <a:endParaRPr lang="x-none" altLang="x-none" sz="400" dirty="0">
                        <a:latin typeface="Calibri" panose="020F0502020204030204" charset="0"/>
                        <a:cs typeface="Calibri" panose="020F0502020204030204" charset="0"/>
                      </a:endParaRPr>
                    </a:p>
                    <a:p>
                      <a:pPr marL="287655" algn="l" rtl="0" eaLnBrk="0">
                        <a:lnSpc>
                          <a:spcPts val="1265"/>
                        </a:lnSpc>
                        <a:spcBef>
                          <a:spcPts val="0"/>
                        </a:spcBef>
                      </a:pPr>
                      <a:r>
                        <a:rPr sz="800" spc="0" dirty="0" smtClean="0">
                          <a:solidFill>
                            <a:srgbClr val="000000">
                              <a:alpha val="100000"/>
                            </a:srgbClr>
                          </a:solidFill>
                          <a:latin typeface="Calibri" panose="020F0502020204030204" charset="0"/>
                          <a:ea typeface="微软雅黑" panose="020B0503020204020204" pitchFamily="34" charset="-122"/>
                          <a:cs typeface="Calibri" panose="020F0502020204030204" charset="0"/>
                        </a:rPr>
                        <a:t>D</a:t>
                      </a:r>
                      <a:r>
                        <a:rPr sz="800" spc="30" dirty="0" smtClean="0">
                          <a:solidFill>
                            <a:srgbClr val="000000">
                              <a:alpha val="100000"/>
                            </a:srgbClr>
                          </a:solidFill>
                          <a:latin typeface="Calibri" panose="020F0502020204030204" charset="0"/>
                          <a:ea typeface="微软雅黑" panose="020B0503020204020204" pitchFamily="34" charset="-122"/>
                          <a:cs typeface="Calibri" panose="020F0502020204030204" charset="0"/>
                        </a:rPr>
                        <a:t>20×</a:t>
                      </a:r>
                      <a:r>
                        <a:rPr lang="en-US" sz="800" spc="30" dirty="0" smtClean="0">
                          <a:solidFill>
                            <a:srgbClr val="000000">
                              <a:alpha val="100000"/>
                            </a:srgbClr>
                          </a:solidFill>
                          <a:latin typeface="Calibri" panose="020F0502020204030204" charset="0"/>
                          <a:ea typeface="微软雅黑" panose="020B0503020204020204" pitchFamily="34" charset="-122"/>
                          <a:cs typeface="Calibri" panose="020F0502020204030204" charset="0"/>
                        </a:rPr>
                        <a:t>3</a:t>
                      </a:r>
                      <a:r>
                        <a:rPr sz="800" spc="30" dirty="0" smtClean="0">
                          <a:solidFill>
                            <a:srgbClr val="000000">
                              <a:alpha val="100000"/>
                            </a:srgbClr>
                          </a:solidFill>
                          <a:latin typeface="Calibri" panose="020F0502020204030204" charset="0"/>
                          <a:ea typeface="微软雅黑" panose="020B0503020204020204" pitchFamily="34" charset="-122"/>
                          <a:cs typeface="Calibri" panose="020F0502020204030204" charset="0"/>
                        </a:rPr>
                        <a:t>.5</a:t>
                      </a:r>
                      <a:r>
                        <a:rPr sz="800" spc="0" dirty="0" smtClean="0">
                          <a:solidFill>
                            <a:srgbClr val="000000">
                              <a:alpha val="100000"/>
                            </a:srgbClr>
                          </a:solidFill>
                          <a:latin typeface="Calibri" panose="020F0502020204030204" charset="0"/>
                          <a:ea typeface="微软雅黑" panose="020B0503020204020204" pitchFamily="34" charset="-122"/>
                          <a:cs typeface="Calibri" panose="020F0502020204030204" charset="0"/>
                        </a:rPr>
                        <a:t>mm</a:t>
                      </a:r>
                      <a:r>
                        <a:rPr sz="800" spc="30" dirty="0">
                          <a:solidFill>
                            <a:srgbClr val="000000">
                              <a:alpha val="100000"/>
                            </a:srgbClr>
                          </a:solidFill>
                          <a:latin typeface="Calibri" panose="020F0502020204030204" charset="0"/>
                          <a:ea typeface="微软雅黑" panose="020B0503020204020204" pitchFamily="34" charset="-122"/>
                          <a:cs typeface="Calibri" panose="020F0502020204030204" charset="0"/>
                        </a:rPr>
                        <a:t>，  </a:t>
                      </a:r>
                      <a:r>
                        <a:rPr sz="800" spc="0" dirty="0" smtClean="0">
                          <a:solidFill>
                            <a:srgbClr val="000000">
                              <a:alpha val="100000"/>
                            </a:srgbClr>
                          </a:solidFill>
                          <a:latin typeface="Calibri" panose="020F0502020204030204" charset="0"/>
                          <a:ea typeface="微软雅黑" panose="020B0503020204020204" pitchFamily="34" charset="-122"/>
                          <a:cs typeface="Calibri" panose="020F0502020204030204" charset="0"/>
                        </a:rPr>
                        <a:t>F</a:t>
                      </a:r>
                      <a:r>
                        <a:rPr lang="en-US" sz="800" spc="10" dirty="0" smtClean="0">
                          <a:solidFill>
                            <a:srgbClr val="000000">
                              <a:alpha val="100000"/>
                            </a:srgbClr>
                          </a:solidFill>
                          <a:latin typeface="Calibri" panose="020F0502020204030204" charset="0"/>
                          <a:ea typeface="微软雅黑" panose="020B0503020204020204" pitchFamily="34" charset="-122"/>
                          <a:cs typeface="Calibri" panose="020F0502020204030204" charset="0"/>
                        </a:rPr>
                        <a:t>800</a:t>
                      </a:r>
                      <a:endParaRPr lang="en-US" altLang="x-none" sz="800" spc="10" dirty="0" smtClean="0">
                        <a:solidFill>
                          <a:srgbClr val="000000">
                            <a:alpha val="100000"/>
                          </a:srgbClr>
                        </a:solidFill>
                        <a:latin typeface="Calibri" panose="020F0502020204030204" charset="0"/>
                        <a:ea typeface="微软雅黑" panose="020B0503020204020204" pitchFamily="34" charset="-122"/>
                        <a:cs typeface="Calibri" panose="020F0502020204030204" charset="0"/>
                      </a:endParaRPr>
                    </a:p>
                  </a:txBody>
                  <a:tcPr marL="0" marR="0" marT="0" marB="0">
                    <a:lnL w="6350" cap="flat" cmpd="sng" algn="ctr">
                      <a:solidFill>
                        <a:srgbClr val="0070C0"/>
                      </a:solidFill>
                      <a:prstDash val="solid"/>
                      <a:round/>
                      <a:headEnd type="none" w="med" len="med"/>
                      <a:tailEnd type="none" w="med" len="med"/>
                    </a:lnL>
                    <a:lnR w="6350" cap="flat" cmpd="sng" algn="ctr">
                      <a:solidFill>
                        <a:srgbClr val="0070C0"/>
                      </a:solidFill>
                      <a:prstDash val="solid"/>
                      <a:round/>
                      <a:headEnd type="none" w="med" len="med"/>
                      <a:tailEnd type="none" w="med" len="med"/>
                    </a:lnR>
                    <a:lnT w="6350" cap="flat" cmpd="sng" algn="ctr">
                      <a:solidFill>
                        <a:srgbClr val="0070C0"/>
                      </a:solidFill>
                      <a:prstDash val="solid"/>
                      <a:round/>
                      <a:headEnd type="none" w="med" len="med"/>
                      <a:tailEnd type="none" w="med" len="med"/>
                    </a:lnT>
                    <a:lnB w="6350" cap="flat" cmpd="sng" algn="ctr">
                      <a:solidFill>
                        <a:srgbClr val="0070C0"/>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266065">
                <a:tc>
                  <a:txBody>
                    <a:bodyPr/>
                    <a:lstStyle/>
                    <a:p>
                      <a:pPr algn="l" rtl="0" eaLnBrk="0">
                        <a:lnSpc>
                          <a:spcPct val="101000"/>
                        </a:lnSpc>
                      </a:pPr>
                      <a:endParaRPr lang="x-none" altLang="x-none" sz="500" dirty="0">
                        <a:latin typeface="Calibri" panose="020F0502020204030204" charset="0"/>
                        <a:cs typeface="Calibri" panose="020F0502020204030204" charset="0"/>
                      </a:endParaRPr>
                    </a:p>
                    <a:p>
                      <a:pPr marL="175260" algn="l" rtl="0" eaLnBrk="0">
                        <a:lnSpc>
                          <a:spcPct val="90000"/>
                        </a:lnSpc>
                        <a:spcBef>
                          <a:spcPts val="0"/>
                        </a:spcBef>
                      </a:pPr>
                      <a:r>
                        <a:rPr sz="800" spc="0" dirty="0">
                          <a:solidFill>
                            <a:srgbClr val="000000">
                              <a:alpha val="100000"/>
                            </a:srgbClr>
                          </a:solidFill>
                          <a:latin typeface="Calibri" panose="020F0502020204030204" charset="0"/>
                          <a:ea typeface="微软雅黑" panose="020B0503020204020204" pitchFamily="34" charset="-122"/>
                          <a:cs typeface="Calibri" panose="020F0502020204030204" charset="0"/>
                        </a:rPr>
                        <a:t>7</a:t>
                      </a:r>
                      <a:endParaRPr lang="x-none" altLang="x-none" sz="800" spc="0" dirty="0">
                        <a:solidFill>
                          <a:srgbClr val="000000">
                            <a:alpha val="100000"/>
                          </a:srgbClr>
                        </a:solidFill>
                        <a:latin typeface="Calibri" panose="020F0502020204030204" charset="0"/>
                        <a:ea typeface="微软雅黑" panose="020B0503020204020204" pitchFamily="34" charset="-122"/>
                        <a:cs typeface="Calibri" panose="020F0502020204030204" charset="0"/>
                      </a:endParaRPr>
                    </a:p>
                  </a:txBody>
                  <a:tcPr marL="0" marR="0" marT="0" marB="0">
                    <a:lnL w="6350" cap="flat" cmpd="sng" algn="ctr">
                      <a:solidFill>
                        <a:srgbClr val="0070C0"/>
                      </a:solidFill>
                      <a:prstDash val="solid"/>
                      <a:round/>
                      <a:headEnd type="none" w="med" len="med"/>
                      <a:tailEnd type="none" w="med" len="med"/>
                    </a:lnL>
                    <a:lnR w="6350" cap="flat" cmpd="sng" algn="ctr">
                      <a:solidFill>
                        <a:srgbClr val="0070C0"/>
                      </a:solidFill>
                      <a:prstDash val="solid"/>
                      <a:round/>
                      <a:headEnd type="none" w="med" len="med"/>
                      <a:tailEnd type="none" w="med" len="med"/>
                    </a:lnR>
                    <a:lnT w="6350" cap="flat" cmpd="sng" algn="ctr">
                      <a:solidFill>
                        <a:srgbClr val="0070C0"/>
                      </a:solidFill>
                      <a:prstDash val="solid"/>
                      <a:round/>
                      <a:headEnd type="none" w="med" len="med"/>
                      <a:tailEnd type="none" w="med" len="med"/>
                    </a:lnT>
                    <a:lnB w="6350" cap="flat" cmpd="sng" algn="ctr">
                      <a:solidFill>
                        <a:srgbClr val="0070C0"/>
                      </a:solidFill>
                      <a:prstDash val="solid"/>
                      <a:round/>
                      <a:headEnd type="none" w="med" len="med"/>
                      <a:tailEnd type="none" w="med" len="med"/>
                    </a:lnB>
                    <a:solidFill>
                      <a:srgbClr val="FFFFFF"/>
                    </a:solidFill>
                  </a:tcPr>
                </a:tc>
                <a:tc>
                  <a:txBody>
                    <a:bodyPr/>
                    <a:lstStyle/>
                    <a:p>
                      <a:pPr algn="l" rtl="0" eaLnBrk="0">
                        <a:lnSpc>
                          <a:spcPct val="112000"/>
                        </a:lnSpc>
                      </a:pPr>
                      <a:endParaRPr lang="x-none" altLang="x-none" sz="400" dirty="0">
                        <a:latin typeface="Calibri" panose="020F0502020204030204" charset="0"/>
                        <a:cs typeface="Calibri" panose="020F0502020204030204" charset="0"/>
                      </a:endParaRPr>
                    </a:p>
                    <a:p>
                      <a:pPr marL="426720" algn="l" rtl="0" eaLnBrk="0">
                        <a:lnSpc>
                          <a:spcPts val="1155"/>
                        </a:lnSpc>
                        <a:spcBef>
                          <a:spcPts val="5"/>
                        </a:spcBef>
                      </a:pPr>
                      <a:r>
                        <a:rPr sz="800" dirty="0">
                          <a:solidFill>
                            <a:srgbClr val="000000">
                              <a:alpha val="100000"/>
                            </a:srgbClr>
                          </a:solidFill>
                          <a:latin typeface="Calibri" panose="020F0502020204030204" charset="0"/>
                          <a:ea typeface="微软雅黑" panose="020B0503020204020204" pitchFamily="34" charset="-122"/>
                          <a:cs typeface="Calibri" panose="020F0502020204030204" charset="0"/>
                        </a:rPr>
                        <a:t>reflection</a:t>
                      </a:r>
                    </a:p>
                  </a:txBody>
                  <a:tcPr marL="0" marR="0" marT="0" marB="0">
                    <a:lnL w="6350" cap="flat" cmpd="sng" algn="ctr">
                      <a:solidFill>
                        <a:srgbClr val="0070C0"/>
                      </a:solidFill>
                      <a:prstDash val="solid"/>
                      <a:round/>
                      <a:headEnd type="none" w="med" len="med"/>
                      <a:tailEnd type="none" w="med" len="med"/>
                    </a:lnL>
                    <a:lnR w="6350" cap="flat" cmpd="sng" algn="ctr">
                      <a:solidFill>
                        <a:srgbClr val="0070C0"/>
                      </a:solidFill>
                      <a:prstDash val="solid"/>
                      <a:round/>
                      <a:headEnd type="none" w="med" len="med"/>
                      <a:tailEnd type="none" w="med" len="med"/>
                    </a:lnR>
                    <a:lnT w="6350" cap="flat" cmpd="sng" algn="ctr">
                      <a:solidFill>
                        <a:srgbClr val="0070C0"/>
                      </a:solidFill>
                      <a:prstDash val="solid"/>
                      <a:round/>
                      <a:headEnd type="none" w="med" len="med"/>
                      <a:tailEnd type="none" w="med" len="med"/>
                    </a:lnT>
                    <a:lnB w="6350" cap="flat" cmpd="sng" algn="ctr">
                      <a:solidFill>
                        <a:srgbClr val="0070C0"/>
                      </a:solidFill>
                      <a:prstDash val="solid"/>
                      <a:round/>
                      <a:headEnd type="none" w="med" len="med"/>
                      <a:tailEnd type="none" w="med" len="med"/>
                    </a:lnB>
                    <a:solidFill>
                      <a:srgbClr val="FFFFFF"/>
                    </a:solidFill>
                  </a:tcPr>
                </a:tc>
                <a:tc>
                  <a:txBody>
                    <a:bodyPr/>
                    <a:lstStyle/>
                    <a:p>
                      <a:pPr algn="l" rtl="0" eaLnBrk="0">
                        <a:lnSpc>
                          <a:spcPct val="112000"/>
                        </a:lnSpc>
                      </a:pPr>
                      <a:endParaRPr lang="x-none" altLang="x-none" sz="400" dirty="0">
                        <a:latin typeface="Calibri" panose="020F0502020204030204" charset="0"/>
                        <a:cs typeface="Calibri" panose="020F0502020204030204" charset="0"/>
                      </a:endParaRPr>
                    </a:p>
                    <a:p>
                      <a:pPr marL="434975" algn="l" rtl="0" eaLnBrk="0">
                        <a:lnSpc>
                          <a:spcPts val="1265"/>
                        </a:lnSpc>
                        <a:spcBef>
                          <a:spcPts val="5"/>
                        </a:spcBef>
                      </a:pPr>
                      <a:r>
                        <a:rPr lang="en-US" sz="800" spc="90" dirty="0" smtClean="0">
                          <a:solidFill>
                            <a:srgbClr val="000000">
                              <a:alpha val="100000"/>
                            </a:srgbClr>
                          </a:solidFill>
                          <a:latin typeface="Calibri" panose="020F0502020204030204" charset="0"/>
                          <a:ea typeface="微软雅黑" panose="020B0503020204020204" pitchFamily="34" charset="-122"/>
                          <a:cs typeface="Calibri" panose="020F0502020204030204" charset="0"/>
                        </a:rPr>
                        <a:t>20</a:t>
                      </a:r>
                      <a:r>
                        <a:rPr sz="800" spc="90" dirty="0" smtClean="0">
                          <a:solidFill>
                            <a:srgbClr val="000000">
                              <a:alpha val="100000"/>
                            </a:srgbClr>
                          </a:solidFill>
                          <a:latin typeface="Calibri" panose="020F0502020204030204" charset="0"/>
                          <a:ea typeface="微软雅黑" panose="020B0503020204020204" pitchFamily="34" charset="-122"/>
                          <a:cs typeface="Calibri" panose="020F0502020204030204" charset="0"/>
                        </a:rPr>
                        <a:t>×1</a:t>
                      </a:r>
                      <a:r>
                        <a:rPr lang="en-US" sz="800" spc="90" dirty="0" smtClean="0">
                          <a:solidFill>
                            <a:srgbClr val="000000">
                              <a:alpha val="100000"/>
                            </a:srgbClr>
                          </a:solidFill>
                          <a:latin typeface="Calibri" panose="020F0502020204030204" charset="0"/>
                          <a:ea typeface="微软雅黑" panose="020B0503020204020204" pitchFamily="34" charset="-122"/>
                          <a:cs typeface="Calibri" panose="020F0502020204030204" charset="0"/>
                        </a:rPr>
                        <a:t>5.2</a:t>
                      </a:r>
                      <a:r>
                        <a:rPr sz="800" spc="90" dirty="0" smtClean="0">
                          <a:solidFill>
                            <a:srgbClr val="000000">
                              <a:alpha val="100000"/>
                            </a:srgbClr>
                          </a:solidFill>
                          <a:latin typeface="Calibri" panose="020F0502020204030204" charset="0"/>
                          <a:ea typeface="微软雅黑" panose="020B0503020204020204" pitchFamily="34" charset="-122"/>
                          <a:cs typeface="Calibri" panose="020F0502020204030204" charset="0"/>
                        </a:rPr>
                        <a:t>×</a:t>
                      </a:r>
                      <a:r>
                        <a:rPr sz="800" spc="0" dirty="0" smtClean="0">
                          <a:solidFill>
                            <a:srgbClr val="000000">
                              <a:alpha val="100000"/>
                            </a:srgbClr>
                          </a:solidFill>
                          <a:latin typeface="Calibri" panose="020F0502020204030204" charset="0"/>
                          <a:ea typeface="微软雅黑" panose="020B0503020204020204" pitchFamily="34" charset="-122"/>
                          <a:cs typeface="Calibri" panose="020F0502020204030204" charset="0"/>
                        </a:rPr>
                        <a:t>T</a:t>
                      </a:r>
                      <a:r>
                        <a:rPr lang="en-US" sz="800" spc="80" dirty="0" smtClean="0">
                          <a:solidFill>
                            <a:srgbClr val="000000">
                              <a:alpha val="100000"/>
                            </a:srgbClr>
                          </a:solidFill>
                          <a:latin typeface="Calibri" panose="020F0502020204030204" charset="0"/>
                          <a:ea typeface="微软雅黑" panose="020B0503020204020204" pitchFamily="34" charset="-122"/>
                          <a:cs typeface="Calibri" panose="020F0502020204030204" charset="0"/>
                        </a:rPr>
                        <a:t>1.6</a:t>
                      </a:r>
                      <a:r>
                        <a:rPr sz="800" spc="0" dirty="0" smtClean="0">
                          <a:solidFill>
                            <a:srgbClr val="000000">
                              <a:alpha val="100000"/>
                            </a:srgbClr>
                          </a:solidFill>
                          <a:latin typeface="Calibri" panose="020F0502020204030204" charset="0"/>
                          <a:ea typeface="微软雅黑" panose="020B0503020204020204" pitchFamily="34" charset="-122"/>
                          <a:cs typeface="Calibri" panose="020F0502020204030204" charset="0"/>
                        </a:rPr>
                        <a:t>mm</a:t>
                      </a:r>
                      <a:endParaRPr lang="x-none" altLang="x-none" sz="800" spc="0" dirty="0" smtClean="0">
                        <a:solidFill>
                          <a:srgbClr val="000000">
                            <a:alpha val="100000"/>
                          </a:srgbClr>
                        </a:solidFill>
                        <a:latin typeface="Calibri" panose="020F0502020204030204" charset="0"/>
                        <a:ea typeface="微软雅黑" panose="020B0503020204020204" pitchFamily="34" charset="-122"/>
                        <a:cs typeface="Calibri" panose="020F0502020204030204" charset="0"/>
                      </a:endParaRPr>
                    </a:p>
                  </a:txBody>
                  <a:tcPr marL="0" marR="0" marT="0" marB="0">
                    <a:lnL w="6350" cap="flat" cmpd="sng" algn="ctr">
                      <a:solidFill>
                        <a:srgbClr val="0070C0"/>
                      </a:solidFill>
                      <a:prstDash val="solid"/>
                      <a:round/>
                      <a:headEnd type="none" w="med" len="med"/>
                      <a:tailEnd type="none" w="med" len="med"/>
                    </a:lnL>
                    <a:lnR w="6350" cap="flat" cmpd="sng" algn="ctr">
                      <a:solidFill>
                        <a:srgbClr val="0070C0"/>
                      </a:solidFill>
                      <a:prstDash val="solid"/>
                      <a:round/>
                      <a:headEnd type="none" w="med" len="med"/>
                      <a:tailEnd type="none" w="med" len="med"/>
                    </a:lnR>
                    <a:lnT w="6350" cap="flat" cmpd="sng" algn="ctr">
                      <a:solidFill>
                        <a:srgbClr val="0070C0"/>
                      </a:solidFill>
                      <a:prstDash val="solid"/>
                      <a:round/>
                      <a:headEnd type="none" w="med" len="med"/>
                      <a:tailEnd type="none" w="med" len="med"/>
                    </a:lnT>
                    <a:lnB w="6350" cap="flat" cmpd="sng" algn="ctr">
                      <a:solidFill>
                        <a:srgbClr val="0070C0"/>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266065">
                <a:tc>
                  <a:txBody>
                    <a:bodyPr/>
                    <a:lstStyle/>
                    <a:p>
                      <a:pPr algn="l" rtl="0" eaLnBrk="0">
                        <a:lnSpc>
                          <a:spcPct val="119000"/>
                        </a:lnSpc>
                      </a:pPr>
                      <a:endParaRPr lang="x-none" altLang="x-none" sz="400" dirty="0">
                        <a:latin typeface="Calibri" panose="020F0502020204030204" charset="0"/>
                        <a:cs typeface="Calibri" panose="020F0502020204030204" charset="0"/>
                      </a:endParaRPr>
                    </a:p>
                    <a:p>
                      <a:pPr marL="174625" algn="l" rtl="0" eaLnBrk="0">
                        <a:lnSpc>
                          <a:spcPct val="91000"/>
                        </a:lnSpc>
                        <a:spcBef>
                          <a:spcPts val="5"/>
                        </a:spcBef>
                      </a:pPr>
                      <a:r>
                        <a:rPr sz="800" spc="0" dirty="0">
                          <a:solidFill>
                            <a:srgbClr val="000000">
                              <a:alpha val="100000"/>
                            </a:srgbClr>
                          </a:solidFill>
                          <a:latin typeface="Calibri" panose="020F0502020204030204" charset="0"/>
                          <a:ea typeface="微软雅黑" panose="020B0503020204020204" pitchFamily="34" charset="-122"/>
                          <a:cs typeface="Calibri" panose="020F0502020204030204" charset="0"/>
                        </a:rPr>
                        <a:t>8</a:t>
                      </a:r>
                      <a:endParaRPr lang="x-none" altLang="x-none" sz="800" spc="0" dirty="0">
                        <a:solidFill>
                          <a:srgbClr val="000000">
                            <a:alpha val="100000"/>
                          </a:srgbClr>
                        </a:solidFill>
                        <a:latin typeface="Calibri" panose="020F0502020204030204" charset="0"/>
                        <a:ea typeface="微软雅黑" panose="020B0503020204020204" pitchFamily="34" charset="-122"/>
                        <a:cs typeface="Calibri" panose="020F0502020204030204" charset="0"/>
                      </a:endParaRPr>
                    </a:p>
                  </a:txBody>
                  <a:tcPr marL="0" marR="0" marT="0" marB="0">
                    <a:lnL w="6350" cap="flat" cmpd="sng" algn="ctr">
                      <a:solidFill>
                        <a:srgbClr val="0070C0"/>
                      </a:solidFill>
                      <a:prstDash val="solid"/>
                      <a:round/>
                      <a:headEnd type="none" w="med" len="med"/>
                      <a:tailEnd type="none" w="med" len="med"/>
                    </a:lnL>
                    <a:lnR w="6350" cap="flat" cmpd="sng" algn="ctr">
                      <a:solidFill>
                        <a:srgbClr val="0070C0"/>
                      </a:solidFill>
                      <a:prstDash val="solid"/>
                      <a:round/>
                      <a:headEnd type="none" w="med" len="med"/>
                      <a:tailEnd type="none" w="med" len="med"/>
                    </a:lnR>
                    <a:lnT w="6350" cap="flat" cmpd="sng" algn="ctr">
                      <a:solidFill>
                        <a:srgbClr val="0070C0"/>
                      </a:solidFill>
                      <a:prstDash val="solid"/>
                      <a:round/>
                      <a:headEnd type="none" w="med" len="med"/>
                      <a:tailEnd type="none" w="med" len="med"/>
                    </a:lnT>
                    <a:lnB w="6350" cap="flat" cmpd="sng" algn="ctr">
                      <a:solidFill>
                        <a:srgbClr val="0070C0"/>
                      </a:solidFill>
                      <a:prstDash val="solid"/>
                      <a:round/>
                      <a:headEnd type="none" w="med" len="med"/>
                      <a:tailEnd type="none" w="med" len="med"/>
                    </a:lnB>
                    <a:solidFill>
                      <a:srgbClr val="FFFFFF"/>
                    </a:solidFill>
                  </a:tcPr>
                </a:tc>
                <a:tc>
                  <a:txBody>
                    <a:bodyPr/>
                    <a:lstStyle/>
                    <a:p>
                      <a:pPr algn="l" rtl="0" eaLnBrk="0">
                        <a:lnSpc>
                          <a:spcPct val="112000"/>
                        </a:lnSpc>
                      </a:pPr>
                      <a:endParaRPr lang="x-none" altLang="x-none" sz="400" dirty="0">
                        <a:latin typeface="Calibri" panose="020F0502020204030204" charset="0"/>
                        <a:cs typeface="Calibri" panose="020F0502020204030204" charset="0"/>
                      </a:endParaRPr>
                    </a:p>
                    <a:p>
                      <a:pPr marL="363220" algn="l" rtl="0" eaLnBrk="0">
                        <a:lnSpc>
                          <a:spcPts val="1155"/>
                        </a:lnSpc>
                        <a:spcBef>
                          <a:spcPts val="5"/>
                        </a:spcBef>
                      </a:pPr>
                      <a:r>
                        <a:rPr sz="800" dirty="0">
                          <a:solidFill>
                            <a:srgbClr val="000000">
                              <a:alpha val="100000"/>
                            </a:srgbClr>
                          </a:solidFill>
                          <a:latin typeface="Calibri" panose="020F0502020204030204" charset="0"/>
                          <a:ea typeface="微软雅黑" panose="020B0503020204020204" pitchFamily="34" charset="-122"/>
                          <a:cs typeface="Calibri" panose="020F0502020204030204" charset="0"/>
                        </a:rPr>
                        <a:t>Protective lenses</a:t>
                      </a:r>
                    </a:p>
                  </a:txBody>
                  <a:tcPr marL="0" marR="0" marT="0" marB="0">
                    <a:lnL w="6350" cap="flat" cmpd="sng" algn="ctr">
                      <a:solidFill>
                        <a:srgbClr val="0070C0"/>
                      </a:solidFill>
                      <a:prstDash val="solid"/>
                      <a:round/>
                      <a:headEnd type="none" w="med" len="med"/>
                      <a:tailEnd type="none" w="med" len="med"/>
                    </a:lnL>
                    <a:lnR w="6350" cap="flat" cmpd="sng" algn="ctr">
                      <a:solidFill>
                        <a:srgbClr val="0070C0"/>
                      </a:solidFill>
                      <a:prstDash val="solid"/>
                      <a:round/>
                      <a:headEnd type="none" w="med" len="med"/>
                      <a:tailEnd type="none" w="med" len="med"/>
                    </a:lnR>
                    <a:lnT w="6350" cap="flat" cmpd="sng" algn="ctr">
                      <a:solidFill>
                        <a:srgbClr val="0070C0"/>
                      </a:solidFill>
                      <a:prstDash val="solid"/>
                      <a:round/>
                      <a:headEnd type="none" w="med" len="med"/>
                      <a:tailEnd type="none" w="med" len="med"/>
                    </a:lnT>
                    <a:lnB w="6350" cap="flat" cmpd="sng" algn="ctr">
                      <a:solidFill>
                        <a:srgbClr val="0070C0"/>
                      </a:solidFill>
                      <a:prstDash val="solid"/>
                      <a:round/>
                      <a:headEnd type="none" w="med" len="med"/>
                      <a:tailEnd type="none" w="med" len="med"/>
                    </a:lnB>
                    <a:solidFill>
                      <a:srgbClr val="FFFFFF"/>
                    </a:solidFill>
                  </a:tcPr>
                </a:tc>
                <a:tc>
                  <a:txBody>
                    <a:bodyPr/>
                    <a:lstStyle/>
                    <a:p>
                      <a:pPr algn="l" rtl="0" eaLnBrk="0">
                        <a:lnSpc>
                          <a:spcPct val="112000"/>
                        </a:lnSpc>
                      </a:pPr>
                      <a:endParaRPr lang="x-none" altLang="x-none" sz="400" dirty="0">
                        <a:latin typeface="Calibri" panose="020F0502020204030204" charset="0"/>
                        <a:cs typeface="Calibri" panose="020F0502020204030204" charset="0"/>
                      </a:endParaRPr>
                    </a:p>
                    <a:p>
                      <a:pPr marL="548005" algn="l" rtl="0" eaLnBrk="0">
                        <a:lnSpc>
                          <a:spcPts val="1265"/>
                        </a:lnSpc>
                        <a:spcBef>
                          <a:spcPts val="5"/>
                        </a:spcBef>
                      </a:pPr>
                      <a:r>
                        <a:rPr sz="800" spc="0" dirty="0" smtClean="0">
                          <a:solidFill>
                            <a:srgbClr val="000000">
                              <a:alpha val="100000"/>
                            </a:srgbClr>
                          </a:solidFill>
                          <a:latin typeface="Calibri" panose="020F0502020204030204" charset="0"/>
                          <a:ea typeface="微软雅黑" panose="020B0503020204020204" pitchFamily="34" charset="-122"/>
                          <a:cs typeface="Calibri" panose="020F0502020204030204" charset="0"/>
                        </a:rPr>
                        <a:t>D</a:t>
                      </a:r>
                      <a:r>
                        <a:rPr lang="en-US" sz="800" spc="110" dirty="0" smtClean="0">
                          <a:solidFill>
                            <a:srgbClr val="000000">
                              <a:alpha val="100000"/>
                            </a:srgbClr>
                          </a:solidFill>
                          <a:latin typeface="Calibri" panose="020F0502020204030204" charset="0"/>
                          <a:ea typeface="微软雅黑" panose="020B0503020204020204" pitchFamily="34" charset="-122"/>
                          <a:cs typeface="Calibri" panose="020F0502020204030204" charset="0"/>
                        </a:rPr>
                        <a:t>30</a:t>
                      </a:r>
                      <a:r>
                        <a:rPr sz="800" spc="110" dirty="0" smtClean="0">
                          <a:solidFill>
                            <a:srgbClr val="000000">
                              <a:alpha val="100000"/>
                            </a:srgbClr>
                          </a:solidFill>
                          <a:latin typeface="Calibri" panose="020F0502020204030204" charset="0"/>
                          <a:ea typeface="微软雅黑" panose="020B0503020204020204" pitchFamily="34" charset="-122"/>
                          <a:cs typeface="Calibri" panose="020F0502020204030204" charset="0"/>
                        </a:rPr>
                        <a:t>×</a:t>
                      </a:r>
                      <a:r>
                        <a:rPr lang="en-US" sz="800" spc="80" dirty="0" smtClean="0">
                          <a:solidFill>
                            <a:srgbClr val="000000">
                              <a:alpha val="100000"/>
                            </a:srgbClr>
                          </a:solidFill>
                          <a:latin typeface="Calibri" panose="020F0502020204030204" charset="0"/>
                          <a:ea typeface="微软雅黑" panose="020B0503020204020204" pitchFamily="34" charset="-122"/>
                          <a:cs typeface="Calibri" panose="020F0502020204030204" charset="0"/>
                        </a:rPr>
                        <a:t>5</a:t>
                      </a:r>
                      <a:r>
                        <a:rPr sz="800" spc="0" dirty="0" smtClean="0">
                          <a:solidFill>
                            <a:srgbClr val="000000">
                              <a:alpha val="100000"/>
                            </a:srgbClr>
                          </a:solidFill>
                          <a:latin typeface="Calibri" panose="020F0502020204030204" charset="0"/>
                          <a:ea typeface="微软雅黑" panose="020B0503020204020204" pitchFamily="34" charset="-122"/>
                          <a:cs typeface="Calibri" panose="020F0502020204030204" charset="0"/>
                        </a:rPr>
                        <a:t>mm</a:t>
                      </a:r>
                      <a:endParaRPr lang="x-none" altLang="x-none" sz="800" spc="0" dirty="0" smtClean="0">
                        <a:solidFill>
                          <a:srgbClr val="000000">
                            <a:alpha val="100000"/>
                          </a:srgbClr>
                        </a:solidFill>
                        <a:latin typeface="Calibri" panose="020F0502020204030204" charset="0"/>
                        <a:ea typeface="微软雅黑" panose="020B0503020204020204" pitchFamily="34" charset="-122"/>
                        <a:cs typeface="Calibri" panose="020F0502020204030204" charset="0"/>
                      </a:endParaRPr>
                    </a:p>
                  </a:txBody>
                  <a:tcPr marL="0" marR="0" marT="0" marB="0">
                    <a:lnL w="6350" cap="flat" cmpd="sng" algn="ctr">
                      <a:solidFill>
                        <a:srgbClr val="0070C0"/>
                      </a:solidFill>
                      <a:prstDash val="solid"/>
                      <a:round/>
                      <a:headEnd type="none" w="med" len="med"/>
                      <a:tailEnd type="none" w="med" len="med"/>
                    </a:lnL>
                    <a:lnR w="6350" cap="flat" cmpd="sng" algn="ctr">
                      <a:solidFill>
                        <a:srgbClr val="0070C0"/>
                      </a:solidFill>
                      <a:prstDash val="solid"/>
                      <a:round/>
                      <a:headEnd type="none" w="med" len="med"/>
                      <a:tailEnd type="none" w="med" len="med"/>
                    </a:lnR>
                    <a:lnT w="6350" cap="flat" cmpd="sng" algn="ctr">
                      <a:solidFill>
                        <a:srgbClr val="0070C0"/>
                      </a:solidFill>
                      <a:prstDash val="solid"/>
                      <a:round/>
                      <a:headEnd type="none" w="med" len="med"/>
                      <a:tailEnd type="none" w="med" len="med"/>
                    </a:lnT>
                    <a:lnB w="6350" cap="flat" cmpd="sng" algn="ctr">
                      <a:solidFill>
                        <a:srgbClr val="0070C0"/>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363220">
                <a:tc>
                  <a:txBody>
                    <a:bodyPr/>
                    <a:lstStyle/>
                    <a:p>
                      <a:pPr algn="l" rtl="0" eaLnBrk="0">
                        <a:lnSpc>
                          <a:spcPct val="100000"/>
                        </a:lnSpc>
                      </a:pPr>
                      <a:endParaRPr lang="x-none" altLang="x-none" sz="500" dirty="0">
                        <a:latin typeface="Calibri" panose="020F0502020204030204" charset="0"/>
                        <a:cs typeface="Calibri" panose="020F0502020204030204" charset="0"/>
                      </a:endParaRPr>
                    </a:p>
                    <a:p>
                      <a:pPr marL="174625" algn="l" rtl="0" eaLnBrk="0">
                        <a:lnSpc>
                          <a:spcPct val="91000"/>
                        </a:lnSpc>
                        <a:spcBef>
                          <a:spcPts val="0"/>
                        </a:spcBef>
                      </a:pPr>
                      <a:r>
                        <a:rPr lang="en-US" altLang="x-none" sz="800" spc="0" dirty="0" smtClean="0">
                          <a:solidFill>
                            <a:srgbClr val="000000">
                              <a:alpha val="100000"/>
                            </a:srgbClr>
                          </a:solidFill>
                          <a:latin typeface="Calibri" panose="020F0502020204030204" charset="0"/>
                          <a:ea typeface="微软雅黑" panose="020B0503020204020204" pitchFamily="34" charset="-122"/>
                          <a:cs typeface="Calibri" panose="020F0502020204030204" charset="0"/>
                        </a:rPr>
                        <a:t>9</a:t>
                      </a:r>
                    </a:p>
                  </a:txBody>
                  <a:tcPr marL="0" marR="0" marT="0" marB="0">
                    <a:lnL w="6350" cap="flat" cmpd="sng" algn="ctr">
                      <a:solidFill>
                        <a:srgbClr val="0070C0"/>
                      </a:solidFill>
                      <a:prstDash val="solid"/>
                      <a:round/>
                      <a:headEnd type="none" w="med" len="med"/>
                      <a:tailEnd type="none" w="med" len="med"/>
                    </a:lnL>
                    <a:lnR w="6350" cap="flat" cmpd="sng" algn="ctr">
                      <a:solidFill>
                        <a:srgbClr val="0070C0"/>
                      </a:solidFill>
                      <a:prstDash val="solid"/>
                      <a:round/>
                      <a:headEnd type="none" w="med" len="med"/>
                      <a:tailEnd type="none" w="med" len="med"/>
                    </a:lnR>
                    <a:lnT w="6350" cap="flat" cmpd="sng" algn="ctr">
                      <a:solidFill>
                        <a:srgbClr val="0070C0"/>
                      </a:solidFill>
                      <a:prstDash val="solid"/>
                      <a:round/>
                      <a:headEnd type="none" w="med" len="med"/>
                      <a:tailEnd type="none" w="med" len="med"/>
                    </a:lnT>
                    <a:lnB w="6350" cap="flat" cmpd="sng" algn="ctr">
                      <a:solidFill>
                        <a:srgbClr val="0070C0"/>
                      </a:solidFill>
                      <a:prstDash val="solid"/>
                      <a:round/>
                      <a:headEnd type="none" w="med" len="med"/>
                      <a:tailEnd type="none" w="med" len="med"/>
                    </a:lnB>
                    <a:solidFill>
                      <a:srgbClr val="FFFFFF"/>
                    </a:solidFill>
                  </a:tcPr>
                </a:tc>
                <a:tc>
                  <a:txBody>
                    <a:bodyPr/>
                    <a:lstStyle/>
                    <a:p>
                      <a:pPr algn="l" rtl="0" eaLnBrk="0">
                        <a:lnSpc>
                          <a:spcPct val="113000"/>
                        </a:lnSpc>
                      </a:pPr>
                      <a:endParaRPr lang="x-none" altLang="x-none" sz="400" dirty="0">
                        <a:latin typeface="Calibri" panose="020F0502020204030204" charset="0"/>
                        <a:cs typeface="Calibri" panose="020F0502020204030204" charset="0"/>
                      </a:endParaRPr>
                    </a:p>
                    <a:p>
                      <a:pPr marL="173355" algn="l" rtl="0" eaLnBrk="0">
                        <a:lnSpc>
                          <a:spcPts val="1160"/>
                        </a:lnSpc>
                      </a:pPr>
                      <a:r>
                        <a:rPr sz="800" spc="100" dirty="0" smtClean="0">
                          <a:solidFill>
                            <a:srgbClr val="000000">
                              <a:alpha val="100000"/>
                            </a:srgbClr>
                          </a:solidFill>
                          <a:latin typeface="Calibri" panose="020F0502020204030204" charset="0"/>
                          <a:ea typeface="微软雅黑" panose="020B0503020204020204" pitchFamily="34" charset="-122"/>
                          <a:cs typeface="Calibri" panose="020F0502020204030204" charset="0"/>
                        </a:rPr>
                        <a:t>Scan Width-Clean</a:t>
                      </a:r>
                    </a:p>
                  </a:txBody>
                  <a:tcPr marL="0" marR="0" marT="0" marB="0">
                    <a:lnL w="6350" cap="flat" cmpd="sng" algn="ctr">
                      <a:solidFill>
                        <a:srgbClr val="0070C0"/>
                      </a:solidFill>
                      <a:prstDash val="solid"/>
                      <a:round/>
                      <a:headEnd type="none" w="med" len="med"/>
                      <a:tailEnd type="none" w="med" len="med"/>
                    </a:lnL>
                    <a:lnR w="6350" cap="flat" cmpd="sng" algn="ctr">
                      <a:solidFill>
                        <a:srgbClr val="0070C0"/>
                      </a:solidFill>
                      <a:prstDash val="solid"/>
                      <a:round/>
                      <a:headEnd type="none" w="med" len="med"/>
                      <a:tailEnd type="none" w="med" len="med"/>
                    </a:lnR>
                    <a:lnT w="6350" cap="flat" cmpd="sng" algn="ctr">
                      <a:solidFill>
                        <a:srgbClr val="0070C0"/>
                      </a:solidFill>
                      <a:prstDash val="solid"/>
                      <a:round/>
                      <a:headEnd type="none" w="med" len="med"/>
                      <a:tailEnd type="none" w="med" len="med"/>
                    </a:lnT>
                    <a:lnB w="6350" cap="flat" cmpd="sng" algn="ctr">
                      <a:solidFill>
                        <a:srgbClr val="0070C0"/>
                      </a:solidFill>
                      <a:prstDash val="solid"/>
                      <a:round/>
                      <a:headEnd type="none" w="med" len="med"/>
                      <a:tailEnd type="none" w="med" len="med"/>
                    </a:lnB>
                    <a:solidFill>
                      <a:srgbClr val="FFFFFF"/>
                    </a:solidFill>
                  </a:tcPr>
                </a:tc>
                <a:tc>
                  <a:txBody>
                    <a:bodyPr/>
                    <a:lstStyle/>
                    <a:p>
                      <a:pPr algn="ctr" rtl="0" eaLnBrk="0">
                        <a:lnSpc>
                          <a:spcPct val="113000"/>
                        </a:lnSpc>
                      </a:pPr>
                      <a:r>
                        <a:rPr lang="en-US" altLang="x-none" sz="700" dirty="0" smtClean="0">
                          <a:latin typeface="Calibri" panose="020F0502020204030204" charset="0"/>
                          <a:ea typeface="微软雅黑" panose="020B0503020204020204" pitchFamily="34" charset="-122"/>
                          <a:cs typeface="Calibri" panose="020F0502020204030204" charset="0"/>
                        </a:rPr>
                        <a:t> </a:t>
                      </a:r>
                      <a:r>
                        <a:rPr lang="en-US" altLang="x-none" sz="1000" dirty="0" smtClean="0">
                          <a:latin typeface="Calibri" panose="020F0502020204030204" charset="0"/>
                          <a:ea typeface="微软雅黑" panose="020B0503020204020204" pitchFamily="34" charset="-122"/>
                          <a:cs typeface="Calibri" panose="020F0502020204030204" charset="0"/>
                        </a:rPr>
                        <a:t>0-300</a:t>
                      </a:r>
                      <a:r>
                        <a:rPr lang="en-US" altLang="zh-CN" sz="1000" dirty="0" smtClean="0">
                          <a:latin typeface="Calibri" panose="020F0502020204030204" charset="0"/>
                          <a:ea typeface="微软雅黑" panose="020B0503020204020204" pitchFamily="34" charset="-122"/>
                          <a:cs typeface="Calibri" panose="020F0502020204030204" charset="0"/>
                        </a:rPr>
                        <a:t>mm</a:t>
                      </a:r>
                    </a:p>
                  </a:txBody>
                  <a:tcPr marL="0" marR="0" marT="0" marB="0">
                    <a:lnL w="6350" cap="flat" cmpd="sng" algn="ctr">
                      <a:solidFill>
                        <a:srgbClr val="0070C0"/>
                      </a:solidFill>
                      <a:prstDash val="solid"/>
                      <a:round/>
                      <a:headEnd type="none" w="med" len="med"/>
                      <a:tailEnd type="none" w="med" len="med"/>
                    </a:lnL>
                    <a:lnR w="6350" cap="flat" cmpd="sng" algn="ctr">
                      <a:solidFill>
                        <a:srgbClr val="0070C0"/>
                      </a:solidFill>
                      <a:prstDash val="solid"/>
                      <a:round/>
                      <a:headEnd type="none" w="med" len="med"/>
                      <a:tailEnd type="none" w="med" len="med"/>
                    </a:lnR>
                    <a:lnT w="6350" cap="flat" cmpd="sng" algn="ctr">
                      <a:solidFill>
                        <a:srgbClr val="0070C0"/>
                      </a:solidFill>
                      <a:prstDash val="solid"/>
                      <a:round/>
                      <a:headEnd type="none" w="med" len="med"/>
                      <a:tailEnd type="none" w="med" len="med"/>
                    </a:lnT>
                    <a:lnB w="6350" cap="flat" cmpd="sng" algn="ctr">
                      <a:solidFill>
                        <a:srgbClr val="0070C0"/>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361950">
                <a:tc>
                  <a:txBody>
                    <a:bodyPr/>
                    <a:lstStyle/>
                    <a:p>
                      <a:pPr algn="l" rtl="0" eaLnBrk="0">
                        <a:lnSpc>
                          <a:spcPct val="118000"/>
                        </a:lnSpc>
                      </a:pPr>
                      <a:endParaRPr lang="x-none" altLang="x-none" sz="400" dirty="0">
                        <a:latin typeface="Calibri" panose="020F0502020204030204" charset="0"/>
                        <a:cs typeface="Calibri" panose="020F0502020204030204" charset="0"/>
                      </a:endParaRPr>
                    </a:p>
                    <a:p>
                      <a:pPr marL="144780" algn="l" rtl="0" eaLnBrk="0">
                        <a:lnSpc>
                          <a:spcPct val="92000"/>
                        </a:lnSpc>
                        <a:spcBef>
                          <a:spcPts val="5"/>
                        </a:spcBef>
                      </a:pPr>
                      <a:r>
                        <a:rPr sz="800" spc="10" dirty="0" smtClean="0">
                          <a:solidFill>
                            <a:srgbClr val="000000">
                              <a:alpha val="100000"/>
                            </a:srgbClr>
                          </a:solidFill>
                          <a:latin typeface="Calibri" panose="020F0502020204030204" charset="0"/>
                          <a:ea typeface="微软雅黑" panose="020B0503020204020204" pitchFamily="34" charset="-122"/>
                          <a:cs typeface="Calibri" panose="020F0502020204030204" charset="0"/>
                        </a:rPr>
                        <a:t>1</a:t>
                      </a:r>
                      <a:r>
                        <a:rPr lang="en-US" sz="800" spc="0" dirty="0" smtClean="0">
                          <a:solidFill>
                            <a:srgbClr val="000000">
                              <a:alpha val="100000"/>
                            </a:srgbClr>
                          </a:solidFill>
                          <a:latin typeface="Calibri" panose="020F0502020204030204" charset="0"/>
                          <a:ea typeface="微软雅黑" panose="020B0503020204020204" pitchFamily="34" charset="-122"/>
                          <a:cs typeface="Calibri" panose="020F0502020204030204" charset="0"/>
                        </a:rPr>
                        <a:t>0</a:t>
                      </a:r>
                      <a:endParaRPr lang="en-US" altLang="x-none" sz="800" spc="0" dirty="0" smtClean="0">
                        <a:solidFill>
                          <a:srgbClr val="000000">
                            <a:alpha val="100000"/>
                          </a:srgbClr>
                        </a:solidFill>
                        <a:latin typeface="Calibri" panose="020F0502020204030204" charset="0"/>
                        <a:ea typeface="微软雅黑" panose="020B0503020204020204" pitchFamily="34" charset="-122"/>
                        <a:cs typeface="Calibri" panose="020F0502020204030204" charset="0"/>
                      </a:endParaRPr>
                    </a:p>
                  </a:txBody>
                  <a:tcPr marL="0" marR="0" marT="0" marB="0">
                    <a:lnL w="6350" cap="flat" cmpd="sng" algn="ctr">
                      <a:solidFill>
                        <a:srgbClr val="0070C0"/>
                      </a:solidFill>
                      <a:prstDash val="solid"/>
                      <a:round/>
                      <a:headEnd type="none" w="med" len="med"/>
                      <a:tailEnd type="none" w="med" len="med"/>
                    </a:lnL>
                    <a:lnR w="6350" cap="flat" cmpd="sng" algn="ctr">
                      <a:solidFill>
                        <a:srgbClr val="0070C0"/>
                      </a:solidFill>
                      <a:prstDash val="solid"/>
                      <a:round/>
                      <a:headEnd type="none" w="med" len="med"/>
                      <a:tailEnd type="none" w="med" len="med"/>
                    </a:lnR>
                    <a:lnT w="6350" cap="flat" cmpd="sng" algn="ctr">
                      <a:solidFill>
                        <a:srgbClr val="0070C0"/>
                      </a:solidFill>
                      <a:prstDash val="solid"/>
                      <a:round/>
                      <a:headEnd type="none" w="med" len="med"/>
                      <a:tailEnd type="none" w="med" len="med"/>
                    </a:lnT>
                    <a:lnB w="6350" cap="flat" cmpd="sng" algn="ctr">
                      <a:solidFill>
                        <a:srgbClr val="0070C0"/>
                      </a:solidFill>
                      <a:prstDash val="solid"/>
                      <a:round/>
                      <a:headEnd type="none" w="med" len="med"/>
                      <a:tailEnd type="none" w="med" len="med"/>
                    </a:lnB>
                    <a:solidFill>
                      <a:srgbClr val="FFFFFF"/>
                    </a:solidFill>
                  </a:tcPr>
                </a:tc>
                <a:tc>
                  <a:txBody>
                    <a:bodyPr/>
                    <a:lstStyle/>
                    <a:p>
                      <a:pPr algn="l" rtl="0" eaLnBrk="0">
                        <a:lnSpc>
                          <a:spcPct val="113000"/>
                        </a:lnSpc>
                      </a:pPr>
                      <a:endParaRPr lang="x-none" altLang="x-none" sz="400" dirty="0">
                        <a:latin typeface="Calibri" panose="020F0502020204030204" charset="0"/>
                        <a:cs typeface="Calibri" panose="020F0502020204030204" charset="0"/>
                      </a:endParaRPr>
                    </a:p>
                    <a:p>
                      <a:pPr marL="175260" algn="l" rtl="0" eaLnBrk="0">
                        <a:lnSpc>
                          <a:spcPts val="1155"/>
                        </a:lnSpc>
                      </a:pPr>
                      <a:r>
                        <a:rPr sz="800" dirty="0">
                          <a:solidFill>
                            <a:srgbClr val="000000">
                              <a:alpha val="100000"/>
                            </a:srgbClr>
                          </a:solidFill>
                          <a:latin typeface="Calibri" panose="020F0502020204030204" charset="0"/>
                          <a:ea typeface="微软雅黑" panose="020B0503020204020204" pitchFamily="34" charset="-122"/>
                          <a:cs typeface="Calibri" panose="020F0502020204030204" charset="0"/>
                        </a:rPr>
                        <a:t>Support maximum air pressure</a:t>
                      </a:r>
                    </a:p>
                  </a:txBody>
                  <a:tcPr marL="0" marR="0" marT="0" marB="0">
                    <a:lnL w="6350" cap="flat" cmpd="sng" algn="ctr">
                      <a:solidFill>
                        <a:srgbClr val="0070C0"/>
                      </a:solidFill>
                      <a:prstDash val="solid"/>
                      <a:round/>
                      <a:headEnd type="none" w="med" len="med"/>
                      <a:tailEnd type="none" w="med" len="med"/>
                    </a:lnL>
                    <a:lnR w="6350" cap="flat" cmpd="sng" algn="ctr">
                      <a:solidFill>
                        <a:srgbClr val="0070C0"/>
                      </a:solidFill>
                      <a:prstDash val="solid"/>
                      <a:round/>
                      <a:headEnd type="none" w="med" len="med"/>
                      <a:tailEnd type="none" w="med" len="med"/>
                    </a:lnR>
                    <a:lnT w="6350" cap="flat" cmpd="sng" algn="ctr">
                      <a:solidFill>
                        <a:srgbClr val="0070C0"/>
                      </a:solidFill>
                      <a:prstDash val="solid"/>
                      <a:round/>
                      <a:headEnd type="none" w="med" len="med"/>
                      <a:tailEnd type="none" w="med" len="med"/>
                    </a:lnT>
                    <a:lnB w="6350" cap="flat" cmpd="sng" algn="ctr">
                      <a:solidFill>
                        <a:srgbClr val="0070C0"/>
                      </a:solidFill>
                      <a:prstDash val="solid"/>
                      <a:round/>
                      <a:headEnd type="none" w="med" len="med"/>
                      <a:tailEnd type="none" w="med" len="med"/>
                    </a:lnB>
                    <a:solidFill>
                      <a:srgbClr val="FFFFFF"/>
                    </a:solidFill>
                  </a:tcPr>
                </a:tc>
                <a:tc>
                  <a:txBody>
                    <a:bodyPr/>
                    <a:lstStyle/>
                    <a:p>
                      <a:pPr algn="l" rtl="0" eaLnBrk="0">
                        <a:lnSpc>
                          <a:spcPct val="115000"/>
                        </a:lnSpc>
                      </a:pPr>
                      <a:endParaRPr lang="x-none" altLang="x-none" sz="400" dirty="0">
                        <a:latin typeface="Calibri" panose="020F0502020204030204" charset="0"/>
                        <a:cs typeface="Calibri" panose="020F0502020204030204" charset="0"/>
                      </a:endParaRPr>
                    </a:p>
                    <a:p>
                      <a:pPr marL="701675" algn="l" rtl="0" eaLnBrk="0">
                        <a:lnSpc>
                          <a:spcPct val="94000"/>
                        </a:lnSpc>
                      </a:pPr>
                      <a:r>
                        <a:rPr sz="800" spc="90" dirty="0" smtClean="0">
                          <a:solidFill>
                            <a:srgbClr val="000000">
                              <a:alpha val="100000"/>
                            </a:srgbClr>
                          </a:solidFill>
                          <a:latin typeface="Calibri" panose="020F0502020204030204" charset="0"/>
                          <a:ea typeface="微软雅黑" panose="020B0503020204020204" pitchFamily="34" charset="-122"/>
                          <a:cs typeface="Calibri" panose="020F0502020204030204" charset="0"/>
                        </a:rPr>
                        <a:t>1</a:t>
                      </a:r>
                      <a:r>
                        <a:rPr lang="en-US" sz="800" spc="80" dirty="0" smtClean="0">
                          <a:solidFill>
                            <a:srgbClr val="000000">
                              <a:alpha val="100000"/>
                            </a:srgbClr>
                          </a:solidFill>
                          <a:latin typeface="Calibri" panose="020F0502020204030204" charset="0"/>
                          <a:ea typeface="微软雅黑" panose="020B0503020204020204" pitchFamily="34" charset="-122"/>
                          <a:cs typeface="Calibri" panose="020F0502020204030204" charset="0"/>
                        </a:rPr>
                        <a:t>5</a:t>
                      </a:r>
                      <a:r>
                        <a:rPr sz="800" spc="0" dirty="0" smtClean="0">
                          <a:solidFill>
                            <a:srgbClr val="000000">
                              <a:alpha val="100000"/>
                            </a:srgbClr>
                          </a:solidFill>
                          <a:latin typeface="Calibri" panose="020F0502020204030204" charset="0"/>
                          <a:ea typeface="微软雅黑" panose="020B0503020204020204" pitchFamily="34" charset="-122"/>
                          <a:cs typeface="Calibri" panose="020F0502020204030204" charset="0"/>
                        </a:rPr>
                        <a:t>bar</a:t>
                      </a:r>
                      <a:endParaRPr lang="x-none" altLang="x-none" sz="800" spc="0" dirty="0" smtClean="0">
                        <a:solidFill>
                          <a:srgbClr val="000000">
                            <a:alpha val="100000"/>
                          </a:srgbClr>
                        </a:solidFill>
                        <a:latin typeface="Calibri" panose="020F0502020204030204" charset="0"/>
                        <a:ea typeface="微软雅黑" panose="020B0503020204020204" pitchFamily="34" charset="-122"/>
                        <a:cs typeface="Calibri" panose="020F0502020204030204" charset="0"/>
                      </a:endParaRPr>
                    </a:p>
                  </a:txBody>
                  <a:tcPr marL="0" marR="0" marT="0" marB="0">
                    <a:lnL w="6350" cap="flat" cmpd="sng" algn="ctr">
                      <a:solidFill>
                        <a:srgbClr val="0070C0"/>
                      </a:solidFill>
                      <a:prstDash val="solid"/>
                      <a:round/>
                      <a:headEnd type="none" w="med" len="med"/>
                      <a:tailEnd type="none" w="med" len="med"/>
                    </a:lnL>
                    <a:lnR w="6350" cap="flat" cmpd="sng" algn="ctr">
                      <a:solidFill>
                        <a:srgbClr val="0070C0"/>
                      </a:solidFill>
                      <a:prstDash val="solid"/>
                      <a:round/>
                      <a:headEnd type="none" w="med" len="med"/>
                      <a:tailEnd type="none" w="med" len="med"/>
                    </a:lnR>
                    <a:lnT w="6350" cap="flat" cmpd="sng" algn="ctr">
                      <a:solidFill>
                        <a:srgbClr val="0070C0"/>
                      </a:solidFill>
                      <a:prstDash val="solid"/>
                      <a:round/>
                      <a:headEnd type="none" w="med" len="med"/>
                      <a:tailEnd type="none" w="med" len="med"/>
                    </a:lnT>
                    <a:lnB w="6350" cap="flat" cmpd="sng" algn="ctr">
                      <a:solidFill>
                        <a:srgbClr val="0070C0"/>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r h="362585">
                <a:tc>
                  <a:txBody>
                    <a:bodyPr/>
                    <a:lstStyle/>
                    <a:p>
                      <a:pPr algn="l" rtl="0" eaLnBrk="0">
                        <a:lnSpc>
                          <a:spcPct val="100000"/>
                        </a:lnSpc>
                      </a:pPr>
                      <a:endParaRPr lang="x-none" altLang="x-none" sz="500" dirty="0">
                        <a:latin typeface="Calibri" panose="020F0502020204030204" charset="0"/>
                        <a:cs typeface="Calibri" panose="020F0502020204030204" charset="0"/>
                      </a:endParaRPr>
                    </a:p>
                    <a:p>
                      <a:pPr marL="144780" algn="l" rtl="0" eaLnBrk="0">
                        <a:lnSpc>
                          <a:spcPct val="91000"/>
                        </a:lnSpc>
                        <a:spcBef>
                          <a:spcPts val="5"/>
                        </a:spcBef>
                      </a:pPr>
                      <a:r>
                        <a:rPr sz="800" spc="10" dirty="0" smtClean="0">
                          <a:solidFill>
                            <a:srgbClr val="000000">
                              <a:alpha val="100000"/>
                            </a:srgbClr>
                          </a:solidFill>
                          <a:latin typeface="Calibri" panose="020F0502020204030204" charset="0"/>
                          <a:ea typeface="微软雅黑" panose="020B0503020204020204" pitchFamily="34" charset="-122"/>
                          <a:cs typeface="Calibri" panose="020F0502020204030204" charset="0"/>
                        </a:rPr>
                        <a:t>1</a:t>
                      </a:r>
                      <a:r>
                        <a:rPr lang="en-US" sz="800" spc="0" dirty="0" smtClean="0">
                          <a:solidFill>
                            <a:srgbClr val="000000">
                              <a:alpha val="100000"/>
                            </a:srgbClr>
                          </a:solidFill>
                          <a:latin typeface="Calibri" panose="020F0502020204030204" charset="0"/>
                          <a:ea typeface="微软雅黑" panose="020B0503020204020204" pitchFamily="34" charset="-122"/>
                          <a:cs typeface="Calibri" panose="020F0502020204030204" charset="0"/>
                        </a:rPr>
                        <a:t>1</a:t>
                      </a:r>
                      <a:endParaRPr lang="en-US" altLang="x-none" sz="800" spc="0" dirty="0" smtClean="0">
                        <a:solidFill>
                          <a:srgbClr val="000000">
                            <a:alpha val="100000"/>
                          </a:srgbClr>
                        </a:solidFill>
                        <a:latin typeface="Calibri" panose="020F0502020204030204" charset="0"/>
                        <a:ea typeface="微软雅黑" panose="020B0503020204020204" pitchFamily="34" charset="-122"/>
                        <a:cs typeface="Calibri" panose="020F0502020204030204" charset="0"/>
                      </a:endParaRPr>
                    </a:p>
                  </a:txBody>
                  <a:tcPr marL="0" marR="0" marT="0" marB="0">
                    <a:lnL w="6350" cap="flat" cmpd="sng" algn="ctr">
                      <a:solidFill>
                        <a:srgbClr val="0070C0"/>
                      </a:solidFill>
                      <a:prstDash val="solid"/>
                      <a:round/>
                      <a:headEnd type="none" w="med" len="med"/>
                      <a:tailEnd type="none" w="med" len="med"/>
                    </a:lnL>
                    <a:lnR w="6350" cap="flat" cmpd="sng" algn="ctr">
                      <a:solidFill>
                        <a:srgbClr val="0070C0"/>
                      </a:solidFill>
                      <a:prstDash val="solid"/>
                      <a:round/>
                      <a:headEnd type="none" w="med" len="med"/>
                      <a:tailEnd type="none" w="med" len="med"/>
                    </a:lnR>
                    <a:lnT w="6350" cap="flat" cmpd="sng" algn="ctr">
                      <a:solidFill>
                        <a:srgbClr val="0070C0"/>
                      </a:solidFill>
                      <a:prstDash val="solid"/>
                      <a:round/>
                      <a:headEnd type="none" w="med" len="med"/>
                      <a:tailEnd type="none" w="med" len="med"/>
                    </a:lnT>
                    <a:lnB w="6350" cap="flat" cmpd="sng" algn="ctr">
                      <a:solidFill>
                        <a:srgbClr val="0070C0"/>
                      </a:solidFill>
                      <a:prstDash val="solid"/>
                      <a:round/>
                      <a:headEnd type="none" w="med" len="med"/>
                      <a:tailEnd type="none" w="med" len="med"/>
                    </a:lnB>
                    <a:solidFill>
                      <a:srgbClr val="FFFFFF"/>
                    </a:solidFill>
                  </a:tcPr>
                </a:tc>
                <a:tc>
                  <a:txBody>
                    <a:bodyPr/>
                    <a:lstStyle/>
                    <a:p>
                      <a:pPr algn="l" rtl="0" eaLnBrk="0">
                        <a:lnSpc>
                          <a:spcPct val="114000"/>
                        </a:lnSpc>
                      </a:pPr>
                      <a:endParaRPr lang="x-none" altLang="x-none" sz="400" dirty="0">
                        <a:latin typeface="Calibri" panose="020F0502020204030204" charset="0"/>
                        <a:cs typeface="Calibri" panose="020F0502020204030204" charset="0"/>
                      </a:endParaRPr>
                    </a:p>
                    <a:p>
                      <a:pPr marL="174625" algn="l" rtl="0" eaLnBrk="0">
                        <a:lnSpc>
                          <a:spcPts val="1155"/>
                        </a:lnSpc>
                      </a:pPr>
                      <a:r>
                        <a:rPr sz="800" dirty="0">
                          <a:solidFill>
                            <a:srgbClr val="000000">
                              <a:alpha val="100000"/>
                            </a:srgbClr>
                          </a:solidFill>
                          <a:latin typeface="Calibri" panose="020F0502020204030204" charset="0"/>
                          <a:ea typeface="微软雅黑" panose="020B0503020204020204" pitchFamily="34" charset="-122"/>
                          <a:cs typeface="Calibri" panose="020F0502020204030204" charset="0"/>
                        </a:rPr>
                        <a:t>Focus adjustment range</a:t>
                      </a:r>
                    </a:p>
                  </a:txBody>
                  <a:tcPr marL="0" marR="0" marT="0" marB="0">
                    <a:lnL w="6350" cap="flat" cmpd="sng" algn="ctr">
                      <a:solidFill>
                        <a:srgbClr val="0070C0"/>
                      </a:solidFill>
                      <a:prstDash val="solid"/>
                      <a:round/>
                      <a:headEnd type="none" w="med" len="med"/>
                      <a:tailEnd type="none" w="med" len="med"/>
                    </a:lnL>
                    <a:lnR w="6350" cap="flat" cmpd="sng" algn="ctr">
                      <a:solidFill>
                        <a:srgbClr val="0070C0"/>
                      </a:solidFill>
                      <a:prstDash val="solid"/>
                      <a:round/>
                      <a:headEnd type="none" w="med" len="med"/>
                      <a:tailEnd type="none" w="med" len="med"/>
                    </a:lnR>
                    <a:lnT w="6350" cap="flat" cmpd="sng" algn="ctr">
                      <a:solidFill>
                        <a:srgbClr val="0070C0"/>
                      </a:solidFill>
                      <a:prstDash val="solid"/>
                      <a:round/>
                      <a:headEnd type="none" w="med" len="med"/>
                      <a:tailEnd type="none" w="med" len="med"/>
                    </a:lnT>
                    <a:lnB w="6350" cap="flat" cmpd="sng" algn="ctr">
                      <a:solidFill>
                        <a:srgbClr val="0070C0"/>
                      </a:solidFill>
                      <a:prstDash val="solid"/>
                      <a:round/>
                      <a:headEnd type="none" w="med" len="med"/>
                      <a:tailEnd type="none" w="med" len="med"/>
                    </a:lnB>
                    <a:solidFill>
                      <a:srgbClr val="FFFFFF"/>
                    </a:solidFill>
                  </a:tcPr>
                </a:tc>
                <a:tc>
                  <a:txBody>
                    <a:bodyPr/>
                    <a:lstStyle/>
                    <a:p>
                      <a:pPr algn="l" rtl="0" eaLnBrk="0">
                        <a:lnSpc>
                          <a:spcPct val="114000"/>
                        </a:lnSpc>
                      </a:pPr>
                      <a:endParaRPr lang="x-none" altLang="x-none" sz="400" dirty="0">
                        <a:latin typeface="Calibri" panose="020F0502020204030204" charset="0"/>
                        <a:cs typeface="Calibri" panose="020F0502020204030204" charset="0"/>
                      </a:endParaRPr>
                    </a:p>
                    <a:p>
                      <a:pPr marL="481330" algn="l" rtl="0" eaLnBrk="0">
                        <a:lnSpc>
                          <a:spcPts val="1445"/>
                        </a:lnSpc>
                      </a:pPr>
                      <a:r>
                        <a:rPr sz="800" spc="80" dirty="0">
                          <a:solidFill>
                            <a:srgbClr val="000000">
                              <a:alpha val="100000"/>
                            </a:srgbClr>
                          </a:solidFill>
                          <a:latin typeface="Calibri" panose="020F0502020204030204" charset="0"/>
                          <a:ea typeface="微软雅黑" panose="020B0503020204020204" pitchFamily="34" charset="-122"/>
                          <a:cs typeface="Calibri" panose="020F0502020204030204" charset="0"/>
                        </a:rPr>
                        <a:t>-10~+1</a:t>
                      </a:r>
                      <a:r>
                        <a:rPr sz="800" spc="50" dirty="0">
                          <a:solidFill>
                            <a:srgbClr val="000000">
                              <a:alpha val="100000"/>
                            </a:srgbClr>
                          </a:solidFill>
                          <a:latin typeface="Calibri" panose="020F0502020204030204" charset="0"/>
                          <a:ea typeface="微软雅黑" panose="020B0503020204020204" pitchFamily="34" charset="-122"/>
                          <a:cs typeface="Calibri" panose="020F0502020204030204" charset="0"/>
                        </a:rPr>
                        <a:t>0</a:t>
                      </a:r>
                      <a:r>
                        <a:rPr sz="800" spc="0" dirty="0">
                          <a:solidFill>
                            <a:srgbClr val="000000">
                              <a:alpha val="100000"/>
                            </a:srgbClr>
                          </a:solidFill>
                          <a:latin typeface="Calibri" panose="020F0502020204030204" charset="0"/>
                          <a:ea typeface="微软雅黑" panose="020B0503020204020204" pitchFamily="34" charset="-122"/>
                          <a:cs typeface="Calibri" panose="020F0502020204030204" charset="0"/>
                        </a:rPr>
                        <a:t>mm</a:t>
                      </a:r>
                      <a:endParaRPr lang="x-none" altLang="x-none" sz="800" spc="0" dirty="0">
                        <a:solidFill>
                          <a:srgbClr val="000000">
                            <a:alpha val="100000"/>
                          </a:srgbClr>
                        </a:solidFill>
                        <a:latin typeface="Calibri" panose="020F0502020204030204" charset="0"/>
                        <a:ea typeface="微软雅黑" panose="020B0503020204020204" pitchFamily="34" charset="-122"/>
                        <a:cs typeface="Calibri" panose="020F0502020204030204" charset="0"/>
                      </a:endParaRPr>
                    </a:p>
                  </a:txBody>
                  <a:tcPr marL="0" marR="0" marT="0" marB="0">
                    <a:lnL w="6350" cap="flat" cmpd="sng" algn="ctr">
                      <a:solidFill>
                        <a:srgbClr val="0070C0"/>
                      </a:solidFill>
                      <a:prstDash val="solid"/>
                      <a:round/>
                      <a:headEnd type="none" w="med" len="med"/>
                      <a:tailEnd type="none" w="med" len="med"/>
                    </a:lnL>
                    <a:lnR w="6350" cap="flat" cmpd="sng" algn="ctr">
                      <a:solidFill>
                        <a:srgbClr val="0070C0"/>
                      </a:solidFill>
                      <a:prstDash val="solid"/>
                      <a:round/>
                      <a:headEnd type="none" w="med" len="med"/>
                      <a:tailEnd type="none" w="med" len="med"/>
                    </a:lnR>
                    <a:lnT w="6350" cap="flat" cmpd="sng" algn="ctr">
                      <a:solidFill>
                        <a:srgbClr val="0070C0"/>
                      </a:solidFill>
                      <a:prstDash val="solid"/>
                      <a:round/>
                      <a:headEnd type="none" w="med" len="med"/>
                      <a:tailEnd type="none" w="med" len="med"/>
                    </a:lnT>
                    <a:lnB w="6350" cap="flat" cmpd="sng" algn="ctr">
                      <a:solidFill>
                        <a:srgbClr val="0070C0"/>
                      </a:solidFill>
                      <a:prstDash val="solid"/>
                      <a:round/>
                      <a:headEnd type="none" w="med" len="med"/>
                      <a:tailEnd type="none" w="med" len="med"/>
                    </a:lnB>
                    <a:solidFill>
                      <a:srgbClr val="FFFFFF"/>
                    </a:solidFill>
                  </a:tcPr>
                </a:tc>
                <a:extLst>
                  <a:ext uri="{0D108BD9-81ED-4DB2-BD59-A6C34878D82A}">
                    <a16:rowId xmlns:a16="http://schemas.microsoft.com/office/drawing/2014/main" val="10011"/>
                  </a:ext>
                </a:extLst>
              </a:tr>
              <a:tr h="265430">
                <a:tc>
                  <a:txBody>
                    <a:bodyPr/>
                    <a:lstStyle/>
                    <a:p>
                      <a:pPr algn="l" rtl="0" eaLnBrk="0">
                        <a:lnSpc>
                          <a:spcPct val="100000"/>
                        </a:lnSpc>
                      </a:pPr>
                      <a:endParaRPr lang="x-none" altLang="x-none" sz="500" dirty="0">
                        <a:latin typeface="Calibri" panose="020F0502020204030204" charset="0"/>
                        <a:cs typeface="Calibri" panose="020F0502020204030204" charset="0"/>
                      </a:endParaRPr>
                    </a:p>
                    <a:p>
                      <a:pPr marL="144780" algn="l" rtl="0" eaLnBrk="0">
                        <a:lnSpc>
                          <a:spcPct val="91000"/>
                        </a:lnSpc>
                        <a:spcBef>
                          <a:spcPts val="0"/>
                        </a:spcBef>
                      </a:pPr>
                      <a:r>
                        <a:rPr sz="800" spc="10" dirty="0" smtClean="0">
                          <a:solidFill>
                            <a:srgbClr val="000000">
                              <a:alpha val="100000"/>
                            </a:srgbClr>
                          </a:solidFill>
                          <a:latin typeface="Calibri" panose="020F0502020204030204" charset="0"/>
                          <a:ea typeface="微软雅黑" panose="020B0503020204020204" pitchFamily="34" charset="-122"/>
                          <a:cs typeface="Calibri" panose="020F0502020204030204" charset="0"/>
                        </a:rPr>
                        <a:t>1</a:t>
                      </a:r>
                      <a:r>
                        <a:rPr lang="en-US" sz="800" spc="0" dirty="0" smtClean="0">
                          <a:solidFill>
                            <a:srgbClr val="000000">
                              <a:alpha val="100000"/>
                            </a:srgbClr>
                          </a:solidFill>
                          <a:latin typeface="Calibri" panose="020F0502020204030204" charset="0"/>
                          <a:ea typeface="微软雅黑" panose="020B0503020204020204" pitchFamily="34" charset="-122"/>
                          <a:cs typeface="Calibri" panose="020F0502020204030204" charset="0"/>
                        </a:rPr>
                        <a:t>2</a:t>
                      </a:r>
                      <a:endParaRPr lang="en-US" altLang="x-none" sz="800" spc="0" dirty="0" smtClean="0">
                        <a:solidFill>
                          <a:srgbClr val="000000">
                            <a:alpha val="100000"/>
                          </a:srgbClr>
                        </a:solidFill>
                        <a:latin typeface="Calibri" panose="020F0502020204030204" charset="0"/>
                        <a:ea typeface="微软雅黑" panose="020B0503020204020204" pitchFamily="34" charset="-122"/>
                        <a:cs typeface="Calibri" panose="020F0502020204030204" charset="0"/>
                      </a:endParaRPr>
                    </a:p>
                  </a:txBody>
                  <a:tcPr marL="0" marR="0" marT="0" marB="0">
                    <a:lnL w="6350" cap="flat" cmpd="sng" algn="ctr">
                      <a:solidFill>
                        <a:srgbClr val="0070C0"/>
                      </a:solidFill>
                      <a:prstDash val="solid"/>
                      <a:round/>
                      <a:headEnd type="none" w="med" len="med"/>
                      <a:tailEnd type="none" w="med" len="med"/>
                    </a:lnL>
                    <a:lnR w="6350" cap="flat" cmpd="sng" algn="ctr">
                      <a:solidFill>
                        <a:srgbClr val="0070C0"/>
                      </a:solidFill>
                      <a:prstDash val="solid"/>
                      <a:round/>
                      <a:headEnd type="none" w="med" len="med"/>
                      <a:tailEnd type="none" w="med" len="med"/>
                    </a:lnR>
                    <a:lnT w="6350" cap="flat" cmpd="sng" algn="ctr">
                      <a:solidFill>
                        <a:srgbClr val="0070C0"/>
                      </a:solidFill>
                      <a:prstDash val="solid"/>
                      <a:round/>
                      <a:headEnd type="none" w="med" len="med"/>
                      <a:tailEnd type="none" w="med" len="med"/>
                    </a:lnT>
                    <a:lnB w="6350" cap="flat" cmpd="sng" algn="ctr">
                      <a:solidFill>
                        <a:srgbClr val="0070C0"/>
                      </a:solidFill>
                      <a:prstDash val="solid"/>
                      <a:round/>
                      <a:headEnd type="none" w="med" len="med"/>
                      <a:tailEnd type="none" w="med" len="med"/>
                    </a:lnB>
                    <a:solidFill>
                      <a:srgbClr val="FFFFFF"/>
                    </a:solidFill>
                  </a:tcPr>
                </a:tc>
                <a:tc>
                  <a:txBody>
                    <a:bodyPr/>
                    <a:lstStyle/>
                    <a:p>
                      <a:pPr algn="l" rtl="0" eaLnBrk="0">
                        <a:lnSpc>
                          <a:spcPct val="112000"/>
                        </a:lnSpc>
                      </a:pPr>
                      <a:endParaRPr lang="x-none" altLang="x-none" sz="400" dirty="0">
                        <a:latin typeface="Calibri" panose="020F0502020204030204" charset="0"/>
                        <a:cs typeface="Calibri" panose="020F0502020204030204" charset="0"/>
                      </a:endParaRPr>
                    </a:p>
                    <a:p>
                      <a:pPr marL="427990" algn="l" rtl="0" eaLnBrk="0">
                        <a:lnSpc>
                          <a:spcPct val="96000"/>
                        </a:lnSpc>
                        <a:spcBef>
                          <a:spcPts val="5"/>
                        </a:spcBef>
                      </a:pPr>
                      <a:r>
                        <a:rPr sz="800" dirty="0">
                          <a:solidFill>
                            <a:srgbClr val="000000">
                              <a:alpha val="100000"/>
                            </a:srgbClr>
                          </a:solidFill>
                          <a:latin typeface="Calibri" panose="020F0502020204030204" charset="0"/>
                          <a:ea typeface="微软雅黑" panose="020B0503020204020204" pitchFamily="34" charset="-122"/>
                          <a:cs typeface="Calibri" panose="020F0502020204030204" charset="0"/>
                        </a:rPr>
                        <a:t>weight</a:t>
                      </a:r>
                    </a:p>
                  </a:txBody>
                  <a:tcPr marL="0" marR="0" marT="0" marB="0">
                    <a:lnL w="6350" cap="flat" cmpd="sng" algn="ctr">
                      <a:solidFill>
                        <a:srgbClr val="0070C0"/>
                      </a:solidFill>
                      <a:prstDash val="solid"/>
                      <a:round/>
                      <a:headEnd type="none" w="med" len="med"/>
                      <a:tailEnd type="none" w="med" len="med"/>
                    </a:lnL>
                    <a:lnR w="6350" cap="flat" cmpd="sng" algn="ctr">
                      <a:solidFill>
                        <a:srgbClr val="0070C0"/>
                      </a:solidFill>
                      <a:prstDash val="solid"/>
                      <a:round/>
                      <a:headEnd type="none" w="med" len="med"/>
                      <a:tailEnd type="none" w="med" len="med"/>
                    </a:lnR>
                    <a:lnT w="6350" cap="flat" cmpd="sng" algn="ctr">
                      <a:solidFill>
                        <a:srgbClr val="0070C0"/>
                      </a:solidFill>
                      <a:prstDash val="solid"/>
                      <a:round/>
                      <a:headEnd type="none" w="med" len="med"/>
                      <a:tailEnd type="none" w="med" len="med"/>
                    </a:lnT>
                    <a:lnB w="6350" cap="flat" cmpd="sng" algn="ctr">
                      <a:solidFill>
                        <a:srgbClr val="0070C0"/>
                      </a:solidFill>
                      <a:prstDash val="solid"/>
                      <a:round/>
                      <a:headEnd type="none" w="med" len="med"/>
                      <a:tailEnd type="none" w="med" len="med"/>
                    </a:lnB>
                    <a:solidFill>
                      <a:srgbClr val="FFFFFF"/>
                    </a:solidFill>
                  </a:tcPr>
                </a:tc>
                <a:tc>
                  <a:txBody>
                    <a:bodyPr/>
                    <a:lstStyle/>
                    <a:p>
                      <a:pPr algn="l" rtl="0" eaLnBrk="0">
                        <a:lnSpc>
                          <a:spcPct val="113000"/>
                        </a:lnSpc>
                      </a:pPr>
                      <a:endParaRPr lang="x-none" altLang="x-none" sz="400" dirty="0">
                        <a:latin typeface="Calibri" panose="020F0502020204030204" charset="0"/>
                        <a:cs typeface="Calibri" panose="020F0502020204030204" charset="0"/>
                      </a:endParaRPr>
                    </a:p>
                    <a:p>
                      <a:pPr marL="702945" algn="l" rtl="0" eaLnBrk="0">
                        <a:lnSpc>
                          <a:spcPts val="1265"/>
                        </a:lnSpc>
                        <a:spcBef>
                          <a:spcPts val="0"/>
                        </a:spcBef>
                      </a:pPr>
                      <a:r>
                        <a:rPr sz="800" spc="80" dirty="0" smtClean="0">
                          <a:solidFill>
                            <a:srgbClr val="000000">
                              <a:alpha val="100000"/>
                            </a:srgbClr>
                          </a:solidFill>
                          <a:latin typeface="Calibri" panose="020F0502020204030204" charset="0"/>
                          <a:ea typeface="微软雅黑" panose="020B0503020204020204" pitchFamily="34" charset="-122"/>
                          <a:cs typeface="Calibri" panose="020F0502020204030204" charset="0"/>
                        </a:rPr>
                        <a:t>0.</a:t>
                      </a:r>
                      <a:r>
                        <a:rPr lang="en-US" sz="800" spc="50" dirty="0" smtClean="0">
                          <a:solidFill>
                            <a:srgbClr val="000000">
                              <a:alpha val="100000"/>
                            </a:srgbClr>
                          </a:solidFill>
                          <a:latin typeface="Calibri" panose="020F0502020204030204" charset="0"/>
                          <a:ea typeface="微软雅黑" panose="020B0503020204020204" pitchFamily="34" charset="-122"/>
                          <a:cs typeface="Calibri" panose="020F0502020204030204" charset="0"/>
                        </a:rPr>
                        <a:t>7</a:t>
                      </a:r>
                      <a:r>
                        <a:rPr sz="800" spc="0" dirty="0" smtClean="0">
                          <a:solidFill>
                            <a:srgbClr val="000000">
                              <a:alpha val="100000"/>
                            </a:srgbClr>
                          </a:solidFill>
                          <a:latin typeface="Calibri" panose="020F0502020204030204" charset="0"/>
                          <a:ea typeface="微软雅黑" panose="020B0503020204020204" pitchFamily="34" charset="-122"/>
                          <a:cs typeface="Calibri" panose="020F0502020204030204" charset="0"/>
                        </a:rPr>
                        <a:t>kg</a:t>
                      </a:r>
                      <a:endParaRPr lang="x-none" altLang="x-none" sz="800" spc="0" dirty="0" smtClean="0">
                        <a:solidFill>
                          <a:srgbClr val="000000">
                            <a:alpha val="100000"/>
                          </a:srgbClr>
                        </a:solidFill>
                        <a:latin typeface="Calibri" panose="020F0502020204030204" charset="0"/>
                        <a:ea typeface="微软雅黑" panose="020B0503020204020204" pitchFamily="34" charset="-122"/>
                        <a:cs typeface="Calibri" panose="020F0502020204030204" charset="0"/>
                      </a:endParaRPr>
                    </a:p>
                  </a:txBody>
                  <a:tcPr marL="0" marR="0" marT="0" marB="0">
                    <a:lnL w="6350" cap="flat" cmpd="sng" algn="ctr">
                      <a:solidFill>
                        <a:srgbClr val="0070C0"/>
                      </a:solidFill>
                      <a:prstDash val="solid"/>
                      <a:round/>
                      <a:headEnd type="none" w="med" len="med"/>
                      <a:tailEnd type="none" w="med" len="med"/>
                    </a:lnL>
                    <a:lnR w="6350" cap="flat" cmpd="sng" algn="ctr">
                      <a:solidFill>
                        <a:srgbClr val="0070C0"/>
                      </a:solidFill>
                      <a:prstDash val="solid"/>
                      <a:round/>
                      <a:headEnd type="none" w="med" len="med"/>
                      <a:tailEnd type="none" w="med" len="med"/>
                    </a:lnR>
                    <a:lnT w="6350" cap="flat" cmpd="sng" algn="ctr">
                      <a:solidFill>
                        <a:srgbClr val="0070C0"/>
                      </a:solidFill>
                      <a:prstDash val="solid"/>
                      <a:round/>
                      <a:headEnd type="none" w="med" len="med"/>
                      <a:tailEnd type="none" w="med" len="med"/>
                    </a:lnT>
                    <a:lnB w="6350" cap="flat" cmpd="sng" algn="ctr">
                      <a:solidFill>
                        <a:srgbClr val="0070C0"/>
                      </a:solidFill>
                      <a:prstDash val="solid"/>
                      <a:round/>
                      <a:headEnd type="none" w="med" len="med"/>
                      <a:tailEnd type="none" w="med" len="med"/>
                    </a:lnB>
                    <a:solidFill>
                      <a:srgbClr val="FFFFFF"/>
                    </a:solidFill>
                  </a:tcPr>
                </a:tc>
                <a:extLst>
                  <a:ext uri="{0D108BD9-81ED-4DB2-BD59-A6C34878D82A}">
                    <a16:rowId xmlns:a16="http://schemas.microsoft.com/office/drawing/2014/main" val="10012"/>
                  </a:ext>
                </a:extLst>
              </a:tr>
              <a:tr h="266065">
                <a:tc>
                  <a:txBody>
                    <a:bodyPr/>
                    <a:lstStyle/>
                    <a:p>
                      <a:pPr algn="l" rtl="0" eaLnBrk="0">
                        <a:lnSpc>
                          <a:spcPct val="100000"/>
                        </a:lnSpc>
                      </a:pPr>
                      <a:endParaRPr lang="x-none" altLang="x-none" sz="500" dirty="0">
                        <a:latin typeface="Calibri" panose="020F0502020204030204" charset="0"/>
                        <a:cs typeface="Calibri" panose="020F0502020204030204" charset="0"/>
                      </a:endParaRPr>
                    </a:p>
                    <a:p>
                      <a:pPr marL="144780" algn="l" rtl="0" eaLnBrk="0">
                        <a:lnSpc>
                          <a:spcPct val="91000"/>
                        </a:lnSpc>
                        <a:spcBef>
                          <a:spcPts val="5"/>
                        </a:spcBef>
                      </a:pPr>
                      <a:r>
                        <a:rPr sz="800" spc="10" dirty="0" smtClean="0">
                          <a:solidFill>
                            <a:srgbClr val="000000">
                              <a:alpha val="100000"/>
                            </a:srgbClr>
                          </a:solidFill>
                          <a:latin typeface="Calibri" panose="020F0502020204030204" charset="0"/>
                          <a:ea typeface="微软雅黑" panose="020B0503020204020204" pitchFamily="34" charset="-122"/>
                          <a:cs typeface="Calibri" panose="020F0502020204030204" charset="0"/>
                        </a:rPr>
                        <a:t>1</a:t>
                      </a:r>
                      <a:r>
                        <a:rPr lang="en-US" sz="800" spc="0" dirty="0" smtClean="0">
                          <a:solidFill>
                            <a:srgbClr val="000000">
                              <a:alpha val="100000"/>
                            </a:srgbClr>
                          </a:solidFill>
                          <a:latin typeface="Calibri" panose="020F0502020204030204" charset="0"/>
                          <a:ea typeface="微软雅黑" panose="020B0503020204020204" pitchFamily="34" charset="-122"/>
                          <a:cs typeface="Calibri" panose="020F0502020204030204" charset="0"/>
                        </a:rPr>
                        <a:t>3</a:t>
                      </a:r>
                      <a:endParaRPr lang="en-US" altLang="x-none" sz="800" spc="0" dirty="0" smtClean="0">
                        <a:solidFill>
                          <a:srgbClr val="000000">
                            <a:alpha val="100000"/>
                          </a:srgbClr>
                        </a:solidFill>
                        <a:latin typeface="Calibri" panose="020F0502020204030204" charset="0"/>
                        <a:ea typeface="微软雅黑" panose="020B0503020204020204" pitchFamily="34" charset="-122"/>
                        <a:cs typeface="Calibri" panose="020F0502020204030204" charset="0"/>
                      </a:endParaRPr>
                    </a:p>
                  </a:txBody>
                  <a:tcPr marL="0" marR="0" marT="0" marB="0">
                    <a:lnL w="6350" cap="flat" cmpd="sng" algn="ctr">
                      <a:solidFill>
                        <a:srgbClr val="0070C0"/>
                      </a:solidFill>
                      <a:prstDash val="solid"/>
                      <a:round/>
                      <a:headEnd type="none" w="med" len="med"/>
                      <a:tailEnd type="none" w="med" len="med"/>
                    </a:lnL>
                    <a:lnR w="6350" cap="flat" cmpd="sng" algn="ctr">
                      <a:solidFill>
                        <a:srgbClr val="0070C0"/>
                      </a:solidFill>
                      <a:prstDash val="solid"/>
                      <a:round/>
                      <a:headEnd type="none" w="med" len="med"/>
                      <a:tailEnd type="none" w="med" len="med"/>
                    </a:lnR>
                    <a:lnT w="6350" cap="flat" cmpd="sng" algn="ctr">
                      <a:solidFill>
                        <a:srgbClr val="0070C0"/>
                      </a:solidFill>
                      <a:prstDash val="solid"/>
                      <a:round/>
                      <a:headEnd type="none" w="med" len="med"/>
                      <a:tailEnd type="none" w="med" len="med"/>
                    </a:lnT>
                    <a:lnB w="6350" cap="flat" cmpd="sng" algn="ctr">
                      <a:solidFill>
                        <a:srgbClr val="0070C0"/>
                      </a:solidFill>
                      <a:prstDash val="solid"/>
                      <a:round/>
                      <a:headEnd type="none" w="med" len="med"/>
                      <a:tailEnd type="none" w="med" len="med"/>
                    </a:lnB>
                    <a:solidFill>
                      <a:srgbClr val="FFFFFF"/>
                    </a:solidFill>
                  </a:tcPr>
                </a:tc>
                <a:tc>
                  <a:txBody>
                    <a:bodyPr/>
                    <a:lstStyle/>
                    <a:p>
                      <a:pPr algn="l" rtl="0" eaLnBrk="0">
                        <a:lnSpc>
                          <a:spcPct val="113000"/>
                        </a:lnSpc>
                      </a:pPr>
                      <a:endParaRPr lang="x-none" altLang="x-none" sz="400" dirty="0">
                        <a:latin typeface="Calibri" panose="020F0502020204030204" charset="0"/>
                      </a:endParaRPr>
                    </a:p>
                    <a:p>
                      <a:pPr marL="175895" algn="l" rtl="0" eaLnBrk="0">
                        <a:lnSpc>
                          <a:spcPts val="1155"/>
                        </a:lnSpc>
                        <a:spcBef>
                          <a:spcPts val="5"/>
                        </a:spcBef>
                      </a:pPr>
                      <a:r>
                        <a:rPr sz="800" dirty="0">
                          <a:solidFill>
                            <a:srgbClr val="000000">
                              <a:alpha val="100000"/>
                            </a:srgbClr>
                          </a:solidFill>
                          <a:latin typeface="Calibri" panose="020F0502020204030204" charset="0"/>
                          <a:ea typeface="微软雅黑" panose="020B0503020204020204" pitchFamily="34" charset="-122"/>
                          <a:cs typeface="微软雅黑" panose="020B0503020204020204" pitchFamily="34" charset="-122"/>
                        </a:rPr>
                        <a:t>Working temperature</a:t>
                      </a:r>
                    </a:p>
                  </a:txBody>
                  <a:tcPr marL="0" marR="0" marT="0" marB="0">
                    <a:lnL w="6350" cap="flat" cmpd="sng" algn="ctr">
                      <a:solidFill>
                        <a:srgbClr val="0070C0"/>
                      </a:solidFill>
                      <a:prstDash val="solid"/>
                      <a:round/>
                      <a:headEnd type="none" w="med" len="med"/>
                      <a:tailEnd type="none" w="med" len="med"/>
                    </a:lnL>
                    <a:lnR w="6350" cap="flat" cmpd="sng" algn="ctr">
                      <a:solidFill>
                        <a:srgbClr val="0070C0"/>
                      </a:solidFill>
                      <a:prstDash val="solid"/>
                      <a:round/>
                      <a:headEnd type="none" w="med" len="med"/>
                      <a:tailEnd type="none" w="med" len="med"/>
                    </a:lnR>
                    <a:lnT w="6350" cap="flat" cmpd="sng" algn="ctr">
                      <a:solidFill>
                        <a:srgbClr val="0070C0"/>
                      </a:solidFill>
                      <a:prstDash val="solid"/>
                      <a:round/>
                      <a:headEnd type="none" w="med" len="med"/>
                      <a:tailEnd type="none" w="med" len="med"/>
                    </a:lnT>
                    <a:lnB w="6350" cap="flat" cmpd="sng" algn="ctr">
                      <a:solidFill>
                        <a:srgbClr val="0070C0"/>
                      </a:solidFill>
                      <a:prstDash val="solid"/>
                      <a:round/>
                      <a:headEnd type="none" w="med" len="med"/>
                      <a:tailEnd type="none" w="med" len="med"/>
                    </a:lnB>
                    <a:solidFill>
                      <a:srgbClr val="FFFFFF"/>
                    </a:solidFill>
                  </a:tcPr>
                </a:tc>
                <a:tc>
                  <a:txBody>
                    <a:bodyPr/>
                    <a:lstStyle/>
                    <a:p>
                      <a:pPr algn="l" rtl="0" eaLnBrk="0">
                        <a:lnSpc>
                          <a:spcPct val="113000"/>
                        </a:lnSpc>
                      </a:pPr>
                      <a:endParaRPr lang="x-none" altLang="x-none" sz="400" dirty="0">
                        <a:latin typeface="Calibri" panose="020F0502020204030204" charset="0"/>
                        <a:cs typeface="Calibri" panose="020F0502020204030204" charset="0"/>
                      </a:endParaRPr>
                    </a:p>
                    <a:p>
                      <a:pPr marL="615950" algn="l" rtl="0" eaLnBrk="0">
                        <a:lnSpc>
                          <a:spcPts val="1265"/>
                        </a:lnSpc>
                        <a:spcBef>
                          <a:spcPts val="5"/>
                        </a:spcBef>
                      </a:pPr>
                      <a:r>
                        <a:rPr sz="800" spc="60" dirty="0">
                          <a:solidFill>
                            <a:srgbClr val="000000">
                              <a:alpha val="100000"/>
                            </a:srgbClr>
                          </a:solidFill>
                          <a:latin typeface="Calibri" panose="020F0502020204030204" charset="0"/>
                          <a:ea typeface="微软雅黑" panose="020B0503020204020204" pitchFamily="34" charset="-122"/>
                          <a:cs typeface="Calibri" panose="020F0502020204030204" charset="0"/>
                        </a:rPr>
                        <a:t>10~40</a:t>
                      </a:r>
                      <a:r>
                        <a:rPr sz="800" spc="10" dirty="0">
                          <a:solidFill>
                            <a:srgbClr val="000000">
                              <a:alpha val="100000"/>
                            </a:srgbClr>
                          </a:solidFill>
                          <a:latin typeface="Calibri" panose="020F0502020204030204" charset="0"/>
                          <a:ea typeface="微软雅黑" panose="020B0503020204020204" pitchFamily="34" charset="-122"/>
                          <a:cs typeface="Calibri" panose="020F0502020204030204" charset="0"/>
                        </a:rPr>
                        <a:t>℃</a:t>
                      </a:r>
                      <a:endParaRPr lang="x-none" altLang="x-none" sz="800" spc="10" dirty="0">
                        <a:solidFill>
                          <a:srgbClr val="000000">
                            <a:alpha val="100000"/>
                          </a:srgbClr>
                        </a:solidFill>
                        <a:latin typeface="Calibri" panose="020F0502020204030204" charset="0"/>
                        <a:ea typeface="微软雅黑" panose="020B0503020204020204" pitchFamily="34" charset="-122"/>
                        <a:cs typeface="Calibri" panose="020F0502020204030204" charset="0"/>
                      </a:endParaRPr>
                    </a:p>
                  </a:txBody>
                  <a:tcPr marL="0" marR="0" marT="0" marB="0">
                    <a:lnL w="6350" cap="flat" cmpd="sng" algn="ctr">
                      <a:solidFill>
                        <a:srgbClr val="0070C0"/>
                      </a:solidFill>
                      <a:prstDash val="solid"/>
                      <a:round/>
                      <a:headEnd type="none" w="med" len="med"/>
                      <a:tailEnd type="none" w="med" len="med"/>
                    </a:lnL>
                    <a:lnR w="6350" cap="flat" cmpd="sng" algn="ctr">
                      <a:solidFill>
                        <a:srgbClr val="0070C0"/>
                      </a:solidFill>
                      <a:prstDash val="solid"/>
                      <a:round/>
                      <a:headEnd type="none" w="med" len="med"/>
                      <a:tailEnd type="none" w="med" len="med"/>
                    </a:lnR>
                    <a:lnT w="6350" cap="flat" cmpd="sng" algn="ctr">
                      <a:solidFill>
                        <a:srgbClr val="0070C0"/>
                      </a:solidFill>
                      <a:prstDash val="solid"/>
                      <a:round/>
                      <a:headEnd type="none" w="med" len="med"/>
                      <a:tailEnd type="none" w="med" len="med"/>
                    </a:lnT>
                    <a:lnB w="6350" cap="flat" cmpd="sng" algn="ctr">
                      <a:solidFill>
                        <a:srgbClr val="0070C0"/>
                      </a:solidFill>
                      <a:prstDash val="solid"/>
                      <a:round/>
                      <a:headEnd type="none" w="med" len="med"/>
                      <a:tailEnd type="none" w="med" len="med"/>
                    </a:lnB>
                    <a:solidFill>
                      <a:srgbClr val="FFFFFF"/>
                    </a:solidFill>
                  </a:tcPr>
                </a:tc>
                <a:extLst>
                  <a:ext uri="{0D108BD9-81ED-4DB2-BD59-A6C34878D82A}">
                    <a16:rowId xmlns:a16="http://schemas.microsoft.com/office/drawing/2014/main" val="10013"/>
                  </a:ext>
                </a:extLst>
              </a:tr>
              <a:tr h="362585">
                <a:tc>
                  <a:txBody>
                    <a:bodyPr/>
                    <a:lstStyle/>
                    <a:p>
                      <a:pPr algn="l" rtl="0" eaLnBrk="0">
                        <a:lnSpc>
                          <a:spcPct val="100000"/>
                        </a:lnSpc>
                      </a:pPr>
                      <a:endParaRPr lang="x-none" altLang="x-none" sz="500" dirty="0">
                        <a:latin typeface="Calibri" panose="020F0502020204030204" charset="0"/>
                        <a:cs typeface="Calibri" panose="020F0502020204030204" charset="0"/>
                      </a:endParaRPr>
                    </a:p>
                    <a:p>
                      <a:pPr marL="144780" algn="l" rtl="0" eaLnBrk="0">
                        <a:lnSpc>
                          <a:spcPct val="91000"/>
                        </a:lnSpc>
                        <a:spcBef>
                          <a:spcPts val="5"/>
                        </a:spcBef>
                      </a:pPr>
                      <a:r>
                        <a:rPr sz="800" spc="10" dirty="0" smtClean="0">
                          <a:solidFill>
                            <a:srgbClr val="000000">
                              <a:alpha val="100000"/>
                            </a:srgbClr>
                          </a:solidFill>
                          <a:latin typeface="Calibri" panose="020F0502020204030204" charset="0"/>
                          <a:ea typeface="微软雅黑" panose="020B0503020204020204" pitchFamily="34" charset="-122"/>
                          <a:cs typeface="Calibri" panose="020F0502020204030204" charset="0"/>
                        </a:rPr>
                        <a:t>1</a:t>
                      </a:r>
                      <a:r>
                        <a:rPr lang="en-US" sz="800" spc="0" dirty="0" smtClean="0">
                          <a:solidFill>
                            <a:srgbClr val="000000">
                              <a:alpha val="100000"/>
                            </a:srgbClr>
                          </a:solidFill>
                          <a:latin typeface="Calibri" panose="020F0502020204030204" charset="0"/>
                          <a:ea typeface="微软雅黑" panose="020B0503020204020204" pitchFamily="34" charset="-122"/>
                          <a:cs typeface="Calibri" panose="020F0502020204030204" charset="0"/>
                        </a:rPr>
                        <a:t>4</a:t>
                      </a:r>
                      <a:endParaRPr lang="en-US" altLang="x-none" sz="800" spc="0" dirty="0" smtClean="0">
                        <a:solidFill>
                          <a:srgbClr val="000000">
                            <a:alpha val="100000"/>
                          </a:srgbClr>
                        </a:solidFill>
                        <a:latin typeface="Calibri" panose="020F0502020204030204" charset="0"/>
                        <a:ea typeface="微软雅黑" panose="020B0503020204020204" pitchFamily="34" charset="-122"/>
                        <a:cs typeface="Calibri" panose="020F0502020204030204" charset="0"/>
                      </a:endParaRPr>
                    </a:p>
                  </a:txBody>
                  <a:tcPr marL="0" marR="0" marT="0" marB="0">
                    <a:lnL w="6350" cap="flat" cmpd="sng" algn="ctr">
                      <a:solidFill>
                        <a:srgbClr val="0070C0"/>
                      </a:solidFill>
                      <a:prstDash val="solid"/>
                      <a:round/>
                      <a:headEnd type="none" w="med" len="med"/>
                      <a:tailEnd type="none" w="med" len="med"/>
                    </a:lnL>
                    <a:lnR w="6350" cap="flat" cmpd="sng" algn="ctr">
                      <a:solidFill>
                        <a:srgbClr val="0070C0"/>
                      </a:solidFill>
                      <a:prstDash val="solid"/>
                      <a:round/>
                      <a:headEnd type="none" w="med" len="med"/>
                      <a:tailEnd type="none" w="med" len="med"/>
                    </a:lnR>
                    <a:lnT w="6350" cap="flat" cmpd="sng" algn="ctr">
                      <a:solidFill>
                        <a:srgbClr val="0070C0"/>
                      </a:solidFill>
                      <a:prstDash val="solid"/>
                      <a:round/>
                      <a:headEnd type="none" w="med" len="med"/>
                      <a:tailEnd type="none" w="med" len="med"/>
                    </a:lnT>
                    <a:lnB w="6350" cap="flat" cmpd="sng" algn="ctr">
                      <a:solidFill>
                        <a:srgbClr val="0070C0"/>
                      </a:solidFill>
                      <a:prstDash val="solid"/>
                      <a:round/>
                      <a:headEnd type="none" w="med" len="med"/>
                      <a:tailEnd type="none" w="med" len="med"/>
                    </a:lnB>
                    <a:solidFill>
                      <a:srgbClr val="FFFFFF"/>
                    </a:solidFill>
                  </a:tcPr>
                </a:tc>
                <a:tc>
                  <a:txBody>
                    <a:bodyPr/>
                    <a:lstStyle/>
                    <a:p>
                      <a:pPr algn="l" rtl="0" eaLnBrk="0">
                        <a:lnSpc>
                          <a:spcPct val="113000"/>
                        </a:lnSpc>
                      </a:pPr>
                      <a:endParaRPr lang="x-none" altLang="x-none" sz="400" dirty="0">
                        <a:latin typeface="Calibri" panose="020F0502020204030204" charset="0"/>
                      </a:endParaRPr>
                    </a:p>
                    <a:p>
                      <a:pPr marL="175895" algn="l" rtl="0" eaLnBrk="0">
                        <a:lnSpc>
                          <a:spcPts val="1155"/>
                        </a:lnSpc>
                        <a:spcBef>
                          <a:spcPts val="5"/>
                        </a:spcBef>
                      </a:pPr>
                      <a:r>
                        <a:rPr sz="800" dirty="0">
                          <a:solidFill>
                            <a:srgbClr val="000000">
                              <a:alpha val="100000"/>
                            </a:srgbClr>
                          </a:solidFill>
                          <a:latin typeface="Calibri" panose="020F0502020204030204" charset="0"/>
                          <a:ea typeface="微软雅黑" panose="020B0503020204020204" pitchFamily="34" charset="-122"/>
                          <a:cs typeface="微软雅黑" panose="020B0503020204020204" pitchFamily="34" charset="-122"/>
                        </a:rPr>
                        <a:t>Working environment humidity</a:t>
                      </a:r>
                    </a:p>
                  </a:txBody>
                  <a:tcPr marL="0" marR="0" marT="0" marB="0">
                    <a:lnL w="6350" cap="flat" cmpd="sng" algn="ctr">
                      <a:solidFill>
                        <a:srgbClr val="0070C0"/>
                      </a:solidFill>
                      <a:prstDash val="solid"/>
                      <a:round/>
                      <a:headEnd type="none" w="med" len="med"/>
                      <a:tailEnd type="none" w="med" len="med"/>
                    </a:lnL>
                    <a:lnR w="6350" cap="flat" cmpd="sng" algn="ctr">
                      <a:solidFill>
                        <a:srgbClr val="0070C0"/>
                      </a:solidFill>
                      <a:prstDash val="solid"/>
                      <a:round/>
                      <a:headEnd type="none" w="med" len="med"/>
                      <a:tailEnd type="none" w="med" len="med"/>
                    </a:lnR>
                    <a:lnT w="6350" cap="flat" cmpd="sng" algn="ctr">
                      <a:solidFill>
                        <a:srgbClr val="0070C0"/>
                      </a:solidFill>
                      <a:prstDash val="solid"/>
                      <a:round/>
                      <a:headEnd type="none" w="med" len="med"/>
                      <a:tailEnd type="none" w="med" len="med"/>
                    </a:lnT>
                    <a:lnB w="6350" cap="flat" cmpd="sng" algn="ctr">
                      <a:solidFill>
                        <a:srgbClr val="0070C0"/>
                      </a:solidFill>
                      <a:prstDash val="solid"/>
                      <a:round/>
                      <a:headEnd type="none" w="med" len="med"/>
                      <a:tailEnd type="none" w="med" len="med"/>
                    </a:lnB>
                    <a:solidFill>
                      <a:srgbClr val="FFFFFF"/>
                    </a:solidFill>
                  </a:tcPr>
                </a:tc>
                <a:tc>
                  <a:txBody>
                    <a:bodyPr/>
                    <a:lstStyle/>
                    <a:p>
                      <a:pPr algn="l" rtl="0" eaLnBrk="0">
                        <a:lnSpc>
                          <a:spcPct val="113000"/>
                        </a:lnSpc>
                      </a:pPr>
                      <a:endParaRPr lang="x-none" altLang="x-none" sz="400" dirty="0">
                        <a:latin typeface="Calibri" panose="020F0502020204030204" charset="0"/>
                        <a:cs typeface="Calibri" panose="020F0502020204030204" charset="0"/>
                      </a:endParaRPr>
                    </a:p>
                    <a:p>
                      <a:pPr marL="702945" algn="l" rtl="0" eaLnBrk="0">
                        <a:lnSpc>
                          <a:spcPts val="1335"/>
                        </a:lnSpc>
                        <a:spcBef>
                          <a:spcPts val="5"/>
                        </a:spcBef>
                      </a:pPr>
                      <a:r>
                        <a:rPr sz="800" spc="10" dirty="0">
                          <a:solidFill>
                            <a:srgbClr val="000000">
                              <a:alpha val="100000"/>
                            </a:srgbClr>
                          </a:solidFill>
                          <a:latin typeface="Calibri" panose="020F0502020204030204" charset="0"/>
                          <a:ea typeface="微软雅黑" panose="020B0503020204020204" pitchFamily="34" charset="-122"/>
                          <a:cs typeface="Calibri" panose="020F0502020204030204" charset="0"/>
                        </a:rPr>
                        <a:t>＜70</a:t>
                      </a:r>
                      <a:r>
                        <a:rPr sz="800" spc="0" dirty="0">
                          <a:solidFill>
                            <a:srgbClr val="000000">
                              <a:alpha val="100000"/>
                            </a:srgbClr>
                          </a:solidFill>
                          <a:latin typeface="Calibri" panose="020F0502020204030204" charset="0"/>
                          <a:ea typeface="微软雅黑" panose="020B0503020204020204" pitchFamily="34" charset="-122"/>
                          <a:cs typeface="Calibri" panose="020F0502020204030204" charset="0"/>
                        </a:rPr>
                        <a:t>%</a:t>
                      </a:r>
                      <a:endParaRPr lang="x-none" altLang="x-none" sz="800" spc="0" dirty="0">
                        <a:solidFill>
                          <a:srgbClr val="000000">
                            <a:alpha val="100000"/>
                          </a:srgbClr>
                        </a:solidFill>
                        <a:latin typeface="Calibri" panose="020F0502020204030204" charset="0"/>
                        <a:ea typeface="微软雅黑" panose="020B0503020204020204" pitchFamily="34" charset="-122"/>
                        <a:cs typeface="Calibri" panose="020F0502020204030204" charset="0"/>
                      </a:endParaRPr>
                    </a:p>
                  </a:txBody>
                  <a:tcPr marL="0" marR="0" marT="0" marB="0">
                    <a:lnL w="6350" cap="flat" cmpd="sng" algn="ctr">
                      <a:solidFill>
                        <a:srgbClr val="0070C0"/>
                      </a:solidFill>
                      <a:prstDash val="solid"/>
                      <a:round/>
                      <a:headEnd type="none" w="med" len="med"/>
                      <a:tailEnd type="none" w="med" len="med"/>
                    </a:lnL>
                    <a:lnR w="6350" cap="flat" cmpd="sng" algn="ctr">
                      <a:solidFill>
                        <a:srgbClr val="0070C0"/>
                      </a:solidFill>
                      <a:prstDash val="solid"/>
                      <a:round/>
                      <a:headEnd type="none" w="med" len="med"/>
                      <a:tailEnd type="none" w="med" len="med"/>
                    </a:lnR>
                    <a:lnT w="6350" cap="flat" cmpd="sng" algn="ctr">
                      <a:solidFill>
                        <a:srgbClr val="0070C0"/>
                      </a:solidFill>
                      <a:prstDash val="solid"/>
                      <a:round/>
                      <a:headEnd type="none" w="med" len="med"/>
                      <a:tailEnd type="none" w="med" len="med"/>
                    </a:lnT>
                    <a:lnB w="6350" cap="flat" cmpd="sng" algn="ctr">
                      <a:solidFill>
                        <a:srgbClr val="0070C0"/>
                      </a:solidFill>
                      <a:prstDash val="solid"/>
                      <a:round/>
                      <a:headEnd type="none" w="med" len="med"/>
                      <a:tailEnd type="none" w="med" len="med"/>
                    </a:lnB>
                    <a:solidFill>
                      <a:srgbClr val="FFFFFF"/>
                    </a:solidFill>
                  </a:tcPr>
                </a:tc>
                <a:extLst>
                  <a:ext uri="{0D108BD9-81ED-4DB2-BD59-A6C34878D82A}">
                    <a16:rowId xmlns:a16="http://schemas.microsoft.com/office/drawing/2014/main" val="10014"/>
                  </a:ext>
                </a:extLst>
              </a:tr>
            </a:tbl>
          </a:graphicData>
        </a:graphic>
      </p:graphicFrame>
      <p:pic>
        <p:nvPicPr>
          <p:cNvPr id="2" name="图片 1"/>
          <p:cNvPicPr>
            <a:picLocks noChangeAspect="1"/>
          </p:cNvPicPr>
          <p:nvPr/>
        </p:nvPicPr>
        <p:blipFill rotWithShape="1">
          <a:blip r:embed="rId4" cstate="print">
            <a:extLst>
              <a:ext uri="{BEBA8EAE-BF5A-486C-A8C5-ECC9F3942E4B}">
                <a14:imgProps xmlns:a14="http://schemas.microsoft.com/office/drawing/2010/main">
                  <a14:imgLayer r:embed="rId5">
                    <a14:imgEffect>
                      <a14:backgroundRemoval t="10000" b="90000" l="10000" r="90000">
                        <a14:foregroundMark x1="37266" y1="28363" x2="37266" y2="28363"/>
                        <a14:foregroundMark x1="40313" y1="27578" x2="40313" y2="27578"/>
                        <a14:foregroundMark x1="70078" y1="79484" x2="70078" y2="79484"/>
                      </a14:backgroundRemoval>
                    </a14:imgEffect>
                  </a14:imgLayer>
                </a14:imgProps>
              </a:ext>
              <a:ext uri="{28A0092B-C50C-407E-A947-70E740481C1C}">
                <a14:useLocalDpi xmlns:a14="http://schemas.microsoft.com/office/drawing/2010/main" val="0"/>
              </a:ext>
            </a:extLst>
          </a:blip>
          <a:srcRect l="21329" t="14605" r="22753" b="8763"/>
          <a:stretch>
            <a:fillRect/>
          </a:stretch>
        </p:blipFill>
        <p:spPr>
          <a:xfrm>
            <a:off x="1393677" y="494292"/>
            <a:ext cx="2945000" cy="2812569"/>
          </a:xfrm>
          <a:prstGeom prst="rect">
            <a:avLst/>
          </a:prstGeom>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28"/>
          <p:cNvSpPr/>
          <p:nvPr/>
        </p:nvSpPr>
        <p:spPr>
          <a:xfrm>
            <a:off x="0" y="0"/>
            <a:ext cx="1043939" cy="532128"/>
          </a:xfrm>
          <a:prstGeom prst="rect">
            <a:avLst/>
          </a:prstGeom>
          <a:solidFill>
            <a:srgbClr val="0263B2"/>
          </a:solidFill>
        </p:spPr>
        <p:txBody>
          <a:bodyPr vert="horz" wrap="square" lIns="0" tIns="0" rIns="0" bIns="0"/>
          <a:lstStyle/>
          <a:p>
            <a:pPr algn="l" rtl="0" eaLnBrk="0">
              <a:lnSpc>
                <a:spcPct val="107000"/>
              </a:lnSpc>
            </a:pPr>
            <a:endParaRPr lang="x-none" altLang="x-none" sz="900" dirty="0"/>
          </a:p>
          <a:p>
            <a:pPr marL="363855" algn="l" rtl="0" eaLnBrk="0">
              <a:lnSpc>
                <a:spcPct val="84000"/>
              </a:lnSpc>
              <a:spcBef>
                <a:spcPts val="5"/>
              </a:spcBef>
            </a:pPr>
            <a:r>
              <a:rPr sz="1800" spc="3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0</a:t>
            </a:r>
            <a:r>
              <a:rPr sz="1800" spc="1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1</a:t>
            </a:r>
            <a:endParaRPr lang="x-none" altLang="x-none" sz="1800" dirty="0"/>
          </a:p>
        </p:txBody>
      </p:sp>
      <p:sp>
        <p:nvSpPr>
          <p:cNvPr id="9" name="textbox 51"/>
          <p:cNvSpPr/>
          <p:nvPr/>
        </p:nvSpPr>
        <p:spPr>
          <a:xfrm>
            <a:off x="1143000" y="63500"/>
            <a:ext cx="3639185" cy="290830"/>
          </a:xfrm>
          <a:prstGeom prst="rect">
            <a:avLst/>
          </a:prstGeom>
        </p:spPr>
        <p:txBody>
          <a:bodyPr vert="horz" wrap="square" lIns="0" tIns="0" rIns="0" bIns="0"/>
          <a:lstStyle/>
          <a:p>
            <a:pPr algn="l" rtl="0" eaLnBrk="0">
              <a:lnSpc>
                <a:spcPct val="77000"/>
              </a:lnSpc>
            </a:pPr>
            <a:endParaRPr lang="x-none" altLang="x-none" sz="100" dirty="0"/>
          </a:p>
          <a:p>
            <a:pPr marL="12700" algn="l" rtl="0" eaLnBrk="0">
              <a:lnSpc>
                <a:spcPct val="97000"/>
              </a:lnSpc>
            </a:pPr>
            <a:r>
              <a:rPr sz="1600">
                <a:solidFill>
                  <a:srgbClr val="0263B2">
                    <a:alpha val="100000"/>
                  </a:srgbClr>
                </a:solidFill>
                <a:latin typeface="Calibri" panose="020F0502020204030204" charset="0"/>
                <a:ea typeface="微软雅黑" panose="020B0503020204020204" pitchFamily="34" charset="-122"/>
                <a:cs typeface="Calibri" panose="020F0502020204030204" charset="0"/>
              </a:rPr>
              <a:t>Equipment Introduction-Cleaning Head Structure Diagram</a:t>
            </a:r>
          </a:p>
        </p:txBody>
      </p:sp>
      <p:pic>
        <p:nvPicPr>
          <p:cNvPr id="11" name="图片 10" descr="C:/Users/zhongc148503/Desktop/77777.png77777"/>
          <p:cNvPicPr/>
          <p:nvPr/>
        </p:nvPicPr>
        <p:blipFill>
          <a:blip r:embed="rId3"/>
          <a:srcRect l="10" r="10"/>
          <a:stretch>
            <a:fillRect/>
          </a:stretch>
        </p:blipFill>
        <p:spPr>
          <a:xfrm>
            <a:off x="2323257" y="597173"/>
            <a:ext cx="4220529" cy="3838697"/>
          </a:xfrm>
          <a:prstGeom prst="rect">
            <a:avLst/>
          </a:prstGeom>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28"/>
          <p:cNvSpPr/>
          <p:nvPr/>
        </p:nvSpPr>
        <p:spPr>
          <a:xfrm>
            <a:off x="0" y="0"/>
            <a:ext cx="1043939" cy="532128"/>
          </a:xfrm>
          <a:prstGeom prst="rect">
            <a:avLst/>
          </a:prstGeom>
          <a:solidFill>
            <a:srgbClr val="0263B2"/>
          </a:solidFill>
        </p:spPr>
        <p:txBody>
          <a:bodyPr vert="horz" wrap="square" lIns="0" tIns="0" rIns="0" bIns="0"/>
          <a:lstStyle/>
          <a:p>
            <a:pPr algn="l" rtl="0" eaLnBrk="0">
              <a:lnSpc>
                <a:spcPct val="107000"/>
              </a:lnSpc>
            </a:pPr>
            <a:endParaRPr lang="x-none" altLang="x-none" sz="900" dirty="0"/>
          </a:p>
          <a:p>
            <a:pPr marL="363855" algn="l" rtl="0" eaLnBrk="0">
              <a:lnSpc>
                <a:spcPct val="84000"/>
              </a:lnSpc>
              <a:spcBef>
                <a:spcPts val="5"/>
              </a:spcBef>
            </a:pPr>
            <a:r>
              <a:rPr sz="1800" spc="3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0</a:t>
            </a:r>
            <a:r>
              <a:rPr sz="1800" spc="1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1</a:t>
            </a:r>
            <a:endParaRPr lang="x-none" altLang="x-none" sz="1800" dirty="0"/>
          </a:p>
        </p:txBody>
      </p:sp>
      <p:sp>
        <p:nvSpPr>
          <p:cNvPr id="9" name="textbox 51"/>
          <p:cNvSpPr/>
          <p:nvPr/>
        </p:nvSpPr>
        <p:spPr>
          <a:xfrm>
            <a:off x="1143000" y="0"/>
            <a:ext cx="3647440" cy="290830"/>
          </a:xfrm>
          <a:prstGeom prst="rect">
            <a:avLst/>
          </a:prstGeom>
        </p:spPr>
        <p:txBody>
          <a:bodyPr vert="horz" wrap="square" lIns="0" tIns="0" rIns="0" bIns="0"/>
          <a:lstStyle/>
          <a:p>
            <a:pPr algn="l" rtl="0" eaLnBrk="0">
              <a:lnSpc>
                <a:spcPct val="77000"/>
              </a:lnSpc>
            </a:pPr>
            <a:endParaRPr lang="x-none" altLang="x-none" sz="100" dirty="0">
              <a:latin typeface="Calibri" panose="020F0502020204030204" charset="0"/>
              <a:cs typeface="Calibri" panose="020F0502020204030204" charset="0"/>
            </a:endParaRPr>
          </a:p>
          <a:p>
            <a:pPr marL="12700" algn="l" rtl="0" eaLnBrk="0">
              <a:lnSpc>
                <a:spcPct val="97000"/>
              </a:lnSpc>
            </a:pPr>
            <a:r>
              <a:rPr sz="1800">
                <a:solidFill>
                  <a:srgbClr val="0263B2">
                    <a:alpha val="100000"/>
                  </a:srgbClr>
                </a:solidFill>
                <a:latin typeface="Calibri" panose="020F0502020204030204" charset="0"/>
                <a:ea typeface="微软雅黑" panose="020B0503020204020204" pitchFamily="34" charset="-122"/>
                <a:cs typeface="Calibri" panose="020F0502020204030204" charset="0"/>
              </a:rPr>
              <a:t>Equipment Introduction-Operation Interface</a:t>
            </a:r>
          </a:p>
        </p:txBody>
      </p:sp>
      <p:graphicFrame>
        <p:nvGraphicFramePr>
          <p:cNvPr id="2" name="表格 1"/>
          <p:cNvGraphicFramePr>
            <a:graphicFrameLocks noGrp="1"/>
          </p:cNvGraphicFramePr>
          <p:nvPr>
            <p:extLst>
              <p:ext uri="{D42A27DB-BD31-4B8C-83A1-F6EECF244321}">
                <p14:modId xmlns:p14="http://schemas.microsoft.com/office/powerpoint/2010/main" val="2366601757"/>
              </p:ext>
            </p:extLst>
          </p:nvPr>
        </p:nvGraphicFramePr>
        <p:xfrm>
          <a:off x="52885" y="788276"/>
          <a:ext cx="9007580" cy="4063902"/>
        </p:xfrm>
        <a:graphic>
          <a:graphicData uri="http://schemas.openxmlformats.org/drawingml/2006/table">
            <a:tbl>
              <a:tblPr firstRow="1" bandRow="1">
                <a:tableStyleId>{5C22544A-7EE6-4342-B048-85BDC9FD1C3A}</a:tableStyleId>
              </a:tblPr>
              <a:tblGrid>
                <a:gridCol w="704332">
                  <a:extLst>
                    <a:ext uri="{9D8B030D-6E8A-4147-A177-3AD203B41FA5}">
                      <a16:colId xmlns:a16="http://schemas.microsoft.com/office/drawing/2014/main" val="20000"/>
                    </a:ext>
                  </a:extLst>
                </a:gridCol>
                <a:gridCol w="3559242">
                  <a:extLst>
                    <a:ext uri="{9D8B030D-6E8A-4147-A177-3AD203B41FA5}">
                      <a16:colId xmlns:a16="http://schemas.microsoft.com/office/drawing/2014/main" val="20001"/>
                    </a:ext>
                  </a:extLst>
                </a:gridCol>
                <a:gridCol w="1007872">
                  <a:extLst>
                    <a:ext uri="{9D8B030D-6E8A-4147-A177-3AD203B41FA5}">
                      <a16:colId xmlns:a16="http://schemas.microsoft.com/office/drawing/2014/main" val="20002"/>
                    </a:ext>
                  </a:extLst>
                </a:gridCol>
                <a:gridCol w="3736134">
                  <a:extLst>
                    <a:ext uri="{9D8B030D-6E8A-4147-A177-3AD203B41FA5}">
                      <a16:colId xmlns:a16="http://schemas.microsoft.com/office/drawing/2014/main" val="20003"/>
                    </a:ext>
                  </a:extLst>
                </a:gridCol>
              </a:tblGrid>
              <a:tr h="2032001">
                <a:tc>
                  <a:txBody>
                    <a:bodyPr/>
                    <a:lstStyle/>
                    <a:p>
                      <a:endParaRPr lang="en-US" altLang="zh-CN" dirty="0" smtClean="0">
                        <a:solidFill>
                          <a:srgbClr val="0070C0"/>
                        </a:solidFill>
                      </a:endParaRPr>
                    </a:p>
                    <a:p>
                      <a:endParaRPr lang="en-US" altLang="zh-CN" dirty="0" smtClean="0">
                        <a:solidFill>
                          <a:srgbClr val="0070C0"/>
                        </a:solidFill>
                      </a:endParaRPr>
                    </a:p>
                    <a:p>
                      <a:r>
                        <a:rPr lang="zh-CN" altLang="en-US" dirty="0" smtClean="0">
                          <a:solidFill>
                            <a:srgbClr val="0070C0"/>
                          </a:solidFill>
                        </a:rPr>
                        <a:t>Home page</a:t>
                      </a:r>
                    </a:p>
                  </a:txBody>
                  <a:tcPr>
                    <a:lnL w="28575" cap="flat" cmpd="sng" algn="ctr">
                      <a:solidFill>
                        <a:srgbClr val="0070C0"/>
                      </a:solidFill>
                      <a:prstDash val="solid"/>
                      <a:round/>
                      <a:headEnd type="none" w="med" len="med"/>
                      <a:tailEnd type="none" w="med" len="med"/>
                    </a:lnL>
                    <a:lnR w="28575" cap="flat" cmpd="sng" algn="ctr">
                      <a:solidFill>
                        <a:srgbClr val="0070C0"/>
                      </a:solidFill>
                      <a:prstDash val="solid"/>
                      <a:round/>
                      <a:headEnd type="none" w="med" len="med"/>
                      <a:tailEnd type="none" w="med" len="med"/>
                    </a:lnR>
                    <a:lnT w="28575" cap="flat" cmpd="sng" algn="ctr">
                      <a:solidFill>
                        <a:srgbClr val="0070C0"/>
                      </a:solidFill>
                      <a:prstDash val="solid"/>
                      <a:round/>
                      <a:headEnd type="none" w="med" len="med"/>
                      <a:tailEnd type="none" w="med" len="med"/>
                    </a:lnT>
                    <a:lnB w="28575" cap="flat" cmpd="sng" algn="ctr">
                      <a:solidFill>
                        <a:srgbClr val="0070C0"/>
                      </a:solidFill>
                      <a:prstDash val="solid"/>
                      <a:round/>
                      <a:headEnd type="none" w="med" len="med"/>
                      <a:tailEnd type="none" w="med" len="med"/>
                    </a:lnB>
                    <a:solidFill>
                      <a:schemeClr val="bg1"/>
                    </a:solidFill>
                  </a:tcPr>
                </a:tc>
                <a:tc>
                  <a:txBody>
                    <a:bodyPr/>
                    <a:lstStyle/>
                    <a:p>
                      <a:endParaRPr lang="zh-CN" altLang="en-US" dirty="0">
                        <a:solidFill>
                          <a:srgbClr val="0070C0"/>
                        </a:solidFill>
                      </a:endParaRPr>
                    </a:p>
                  </a:txBody>
                  <a:tcPr>
                    <a:lnL w="28575" cap="flat" cmpd="sng" algn="ctr">
                      <a:solidFill>
                        <a:srgbClr val="0070C0"/>
                      </a:solidFill>
                      <a:prstDash val="solid"/>
                      <a:round/>
                      <a:headEnd type="none" w="med" len="med"/>
                      <a:tailEnd type="none" w="med" len="med"/>
                    </a:lnL>
                    <a:lnR w="28575" cap="flat" cmpd="sng" algn="ctr">
                      <a:solidFill>
                        <a:srgbClr val="0070C0"/>
                      </a:solidFill>
                      <a:prstDash val="solid"/>
                      <a:round/>
                      <a:headEnd type="none" w="med" len="med"/>
                      <a:tailEnd type="none" w="med" len="med"/>
                    </a:lnR>
                    <a:lnT w="28575" cap="flat" cmpd="sng" algn="ctr">
                      <a:solidFill>
                        <a:srgbClr val="0070C0"/>
                      </a:solidFill>
                      <a:prstDash val="solid"/>
                      <a:round/>
                      <a:headEnd type="none" w="med" len="med"/>
                      <a:tailEnd type="none" w="med" len="med"/>
                    </a:lnT>
                    <a:lnB w="28575" cap="flat" cmpd="sng" algn="ctr">
                      <a:solidFill>
                        <a:srgbClr val="0070C0"/>
                      </a:solidFill>
                      <a:prstDash val="solid"/>
                      <a:round/>
                      <a:headEnd type="none" w="med" len="med"/>
                      <a:tailEnd type="none" w="med" len="med"/>
                    </a:lnB>
                    <a:solidFill>
                      <a:schemeClr val="bg1"/>
                    </a:solidFill>
                  </a:tcPr>
                </a:tc>
                <a:tc>
                  <a:txBody>
                    <a:bodyPr/>
                    <a:lstStyle/>
                    <a:p>
                      <a:endParaRPr lang="en-US" altLang="zh-CN" dirty="0" smtClean="0">
                        <a:solidFill>
                          <a:srgbClr val="0070C0"/>
                        </a:solidFill>
                      </a:endParaRPr>
                    </a:p>
                    <a:p>
                      <a:endParaRPr lang="en-US" altLang="zh-CN" dirty="0" smtClean="0">
                        <a:solidFill>
                          <a:srgbClr val="0070C0"/>
                        </a:solidFill>
                      </a:endParaRPr>
                    </a:p>
                    <a:p>
                      <a:r>
                        <a:rPr lang="en-US" dirty="0" smtClean="0">
                          <a:solidFill>
                            <a:srgbClr val="0070C0"/>
                          </a:solidFill>
                        </a:rPr>
                        <a:t>technology</a:t>
                      </a:r>
                      <a:endParaRPr lang="en-US" dirty="0">
                        <a:solidFill>
                          <a:srgbClr val="0070C0"/>
                        </a:solidFill>
                      </a:endParaRPr>
                    </a:p>
                  </a:txBody>
                  <a:tcPr>
                    <a:lnL w="28575" cap="flat" cmpd="sng" algn="ctr">
                      <a:solidFill>
                        <a:srgbClr val="0070C0"/>
                      </a:solidFill>
                      <a:prstDash val="solid"/>
                      <a:round/>
                      <a:headEnd type="none" w="med" len="med"/>
                      <a:tailEnd type="none" w="med" len="med"/>
                    </a:lnL>
                    <a:lnR w="28575" cap="flat" cmpd="sng" algn="ctr">
                      <a:solidFill>
                        <a:srgbClr val="0070C0"/>
                      </a:solidFill>
                      <a:prstDash val="solid"/>
                      <a:round/>
                      <a:headEnd type="none" w="med" len="med"/>
                      <a:tailEnd type="none" w="med" len="med"/>
                    </a:lnR>
                    <a:lnT w="28575" cap="flat" cmpd="sng" algn="ctr">
                      <a:solidFill>
                        <a:srgbClr val="0070C0"/>
                      </a:solidFill>
                      <a:prstDash val="solid"/>
                      <a:round/>
                      <a:headEnd type="none" w="med" len="med"/>
                      <a:tailEnd type="none" w="med" len="med"/>
                    </a:lnT>
                    <a:lnB w="28575" cap="flat" cmpd="sng" algn="ctr">
                      <a:solidFill>
                        <a:srgbClr val="0070C0"/>
                      </a:solidFill>
                      <a:prstDash val="solid"/>
                      <a:round/>
                      <a:headEnd type="none" w="med" len="med"/>
                      <a:tailEnd type="none" w="med" len="med"/>
                    </a:lnB>
                    <a:solidFill>
                      <a:schemeClr val="bg1"/>
                    </a:solidFill>
                  </a:tcPr>
                </a:tc>
                <a:tc>
                  <a:txBody>
                    <a:bodyPr/>
                    <a:lstStyle/>
                    <a:p>
                      <a:endParaRPr lang="zh-CN" altLang="en-US" dirty="0">
                        <a:solidFill>
                          <a:srgbClr val="0070C0"/>
                        </a:solidFill>
                      </a:endParaRPr>
                    </a:p>
                  </a:txBody>
                  <a:tcPr>
                    <a:lnL w="28575" cap="flat" cmpd="sng" algn="ctr">
                      <a:solidFill>
                        <a:srgbClr val="0070C0"/>
                      </a:solidFill>
                      <a:prstDash val="solid"/>
                      <a:round/>
                      <a:headEnd type="none" w="med" len="med"/>
                      <a:tailEnd type="none" w="med" len="med"/>
                    </a:lnL>
                    <a:lnR w="28575" cap="flat" cmpd="sng" algn="ctr">
                      <a:solidFill>
                        <a:srgbClr val="0070C0"/>
                      </a:solidFill>
                      <a:prstDash val="solid"/>
                      <a:round/>
                      <a:headEnd type="none" w="med" len="med"/>
                      <a:tailEnd type="none" w="med" len="med"/>
                    </a:lnR>
                    <a:lnT w="28575" cap="flat" cmpd="sng" algn="ctr">
                      <a:solidFill>
                        <a:srgbClr val="0070C0"/>
                      </a:solidFill>
                      <a:prstDash val="solid"/>
                      <a:round/>
                      <a:headEnd type="none" w="med" len="med"/>
                      <a:tailEnd type="none" w="med" len="med"/>
                    </a:lnT>
                    <a:lnB w="28575" cap="flat" cmpd="sng" algn="ctr">
                      <a:solidFill>
                        <a:srgbClr val="0070C0"/>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2031901">
                <a:tc>
                  <a:txBody>
                    <a:bodyPr/>
                    <a:lstStyle/>
                    <a:p>
                      <a:endParaRPr lang="en-US" altLang="zh-CN" dirty="0" smtClean="0">
                        <a:solidFill>
                          <a:srgbClr val="0070C0"/>
                        </a:solidFill>
                      </a:endParaRPr>
                    </a:p>
                    <a:p>
                      <a:endParaRPr lang="en-US" altLang="zh-CN" dirty="0" smtClean="0">
                        <a:solidFill>
                          <a:srgbClr val="0070C0"/>
                        </a:solidFill>
                      </a:endParaRPr>
                    </a:p>
                    <a:p>
                      <a:r>
                        <a:rPr lang="en-US" dirty="0" smtClean="0">
                          <a:solidFill>
                            <a:srgbClr val="0070C0"/>
                          </a:solidFill>
                        </a:rPr>
                        <a:t>setting</a:t>
                      </a:r>
                      <a:endParaRPr lang="en-US" dirty="0">
                        <a:solidFill>
                          <a:srgbClr val="0070C0"/>
                        </a:solidFill>
                      </a:endParaRPr>
                    </a:p>
                  </a:txBody>
                  <a:tcPr>
                    <a:lnL w="28575" cap="flat" cmpd="sng" algn="ctr">
                      <a:solidFill>
                        <a:srgbClr val="0070C0"/>
                      </a:solidFill>
                      <a:prstDash val="solid"/>
                      <a:round/>
                      <a:headEnd type="none" w="med" len="med"/>
                      <a:tailEnd type="none" w="med" len="med"/>
                    </a:lnL>
                    <a:lnR w="28575" cap="flat" cmpd="sng" algn="ctr">
                      <a:solidFill>
                        <a:srgbClr val="0070C0"/>
                      </a:solidFill>
                      <a:prstDash val="solid"/>
                      <a:round/>
                      <a:headEnd type="none" w="med" len="med"/>
                      <a:tailEnd type="none" w="med" len="med"/>
                    </a:lnR>
                    <a:lnT w="28575" cap="flat" cmpd="sng" algn="ctr">
                      <a:solidFill>
                        <a:srgbClr val="0070C0"/>
                      </a:solidFill>
                      <a:prstDash val="solid"/>
                      <a:round/>
                      <a:headEnd type="none" w="med" len="med"/>
                      <a:tailEnd type="none" w="med" len="med"/>
                    </a:lnT>
                    <a:lnB w="28575" cap="flat" cmpd="sng" algn="ctr">
                      <a:solidFill>
                        <a:srgbClr val="0070C0"/>
                      </a:solidFill>
                      <a:prstDash val="solid"/>
                      <a:round/>
                      <a:headEnd type="none" w="med" len="med"/>
                      <a:tailEnd type="none" w="med" len="med"/>
                    </a:lnB>
                    <a:solidFill>
                      <a:schemeClr val="bg1"/>
                    </a:solidFill>
                  </a:tcPr>
                </a:tc>
                <a:tc>
                  <a:txBody>
                    <a:bodyPr/>
                    <a:lstStyle/>
                    <a:p>
                      <a:endParaRPr lang="zh-CN" altLang="en-US" dirty="0">
                        <a:solidFill>
                          <a:srgbClr val="0070C0"/>
                        </a:solidFill>
                      </a:endParaRPr>
                    </a:p>
                  </a:txBody>
                  <a:tcPr>
                    <a:lnL w="28575" cap="flat" cmpd="sng" algn="ctr">
                      <a:solidFill>
                        <a:srgbClr val="0070C0"/>
                      </a:solidFill>
                      <a:prstDash val="solid"/>
                      <a:round/>
                      <a:headEnd type="none" w="med" len="med"/>
                      <a:tailEnd type="none" w="med" len="med"/>
                    </a:lnL>
                    <a:lnR w="28575" cap="flat" cmpd="sng" algn="ctr">
                      <a:solidFill>
                        <a:srgbClr val="0070C0"/>
                      </a:solidFill>
                      <a:prstDash val="solid"/>
                      <a:round/>
                      <a:headEnd type="none" w="med" len="med"/>
                      <a:tailEnd type="none" w="med" len="med"/>
                    </a:lnR>
                    <a:lnT w="28575" cap="flat" cmpd="sng" algn="ctr">
                      <a:solidFill>
                        <a:srgbClr val="0070C0"/>
                      </a:solidFill>
                      <a:prstDash val="solid"/>
                      <a:round/>
                      <a:headEnd type="none" w="med" len="med"/>
                      <a:tailEnd type="none" w="med" len="med"/>
                    </a:lnT>
                    <a:lnB w="28575" cap="flat" cmpd="sng" algn="ctr">
                      <a:solidFill>
                        <a:srgbClr val="0070C0"/>
                      </a:solidFill>
                      <a:prstDash val="solid"/>
                      <a:round/>
                      <a:headEnd type="none" w="med" len="med"/>
                      <a:tailEnd type="none" w="med" len="med"/>
                    </a:lnB>
                    <a:solidFill>
                      <a:schemeClr val="bg1"/>
                    </a:solidFill>
                  </a:tcPr>
                </a:tc>
                <a:tc>
                  <a:txBody>
                    <a:bodyPr/>
                    <a:lstStyle/>
                    <a:p>
                      <a:endParaRPr lang="en-US" altLang="zh-CN" dirty="0" smtClean="0">
                        <a:solidFill>
                          <a:srgbClr val="0070C0"/>
                        </a:solidFill>
                      </a:endParaRPr>
                    </a:p>
                    <a:p>
                      <a:endParaRPr lang="en-US" altLang="zh-CN" dirty="0" smtClean="0">
                        <a:solidFill>
                          <a:srgbClr val="0070C0"/>
                        </a:solidFill>
                      </a:endParaRPr>
                    </a:p>
                    <a:p>
                      <a:r>
                        <a:rPr lang="en-US" dirty="0" smtClean="0">
                          <a:solidFill>
                            <a:srgbClr val="0070C0"/>
                          </a:solidFill>
                        </a:rPr>
                        <a:t>monitor</a:t>
                      </a:r>
                      <a:endParaRPr lang="en-US" dirty="0">
                        <a:solidFill>
                          <a:srgbClr val="0070C0"/>
                        </a:solidFill>
                      </a:endParaRPr>
                    </a:p>
                  </a:txBody>
                  <a:tcPr>
                    <a:lnL w="28575" cap="flat" cmpd="sng" algn="ctr">
                      <a:solidFill>
                        <a:srgbClr val="0070C0"/>
                      </a:solidFill>
                      <a:prstDash val="solid"/>
                      <a:round/>
                      <a:headEnd type="none" w="med" len="med"/>
                      <a:tailEnd type="none" w="med" len="med"/>
                    </a:lnL>
                    <a:lnR w="28575" cap="flat" cmpd="sng" algn="ctr">
                      <a:solidFill>
                        <a:srgbClr val="0070C0"/>
                      </a:solidFill>
                      <a:prstDash val="solid"/>
                      <a:round/>
                      <a:headEnd type="none" w="med" len="med"/>
                      <a:tailEnd type="none" w="med" len="med"/>
                    </a:lnR>
                    <a:lnT w="28575" cap="flat" cmpd="sng" algn="ctr">
                      <a:solidFill>
                        <a:srgbClr val="0070C0"/>
                      </a:solidFill>
                      <a:prstDash val="solid"/>
                      <a:round/>
                      <a:headEnd type="none" w="med" len="med"/>
                      <a:tailEnd type="none" w="med" len="med"/>
                    </a:lnT>
                    <a:lnB w="28575" cap="flat" cmpd="sng" algn="ctr">
                      <a:solidFill>
                        <a:srgbClr val="0070C0"/>
                      </a:solidFill>
                      <a:prstDash val="solid"/>
                      <a:round/>
                      <a:headEnd type="none" w="med" len="med"/>
                      <a:tailEnd type="none" w="med" len="med"/>
                    </a:lnB>
                    <a:solidFill>
                      <a:schemeClr val="bg1"/>
                    </a:solidFill>
                  </a:tcPr>
                </a:tc>
                <a:tc>
                  <a:txBody>
                    <a:bodyPr/>
                    <a:lstStyle/>
                    <a:p>
                      <a:endParaRPr lang="zh-CN" altLang="en-US" dirty="0">
                        <a:solidFill>
                          <a:srgbClr val="0070C0"/>
                        </a:solidFill>
                      </a:endParaRPr>
                    </a:p>
                  </a:txBody>
                  <a:tcPr>
                    <a:lnL w="28575" cap="flat" cmpd="sng" algn="ctr">
                      <a:solidFill>
                        <a:srgbClr val="0070C0"/>
                      </a:solidFill>
                      <a:prstDash val="solid"/>
                      <a:round/>
                      <a:headEnd type="none" w="med" len="med"/>
                      <a:tailEnd type="none" w="med" len="med"/>
                    </a:lnL>
                    <a:lnR w="28575" cap="flat" cmpd="sng" algn="ctr">
                      <a:solidFill>
                        <a:srgbClr val="0070C0"/>
                      </a:solidFill>
                      <a:prstDash val="solid"/>
                      <a:round/>
                      <a:headEnd type="none" w="med" len="med"/>
                      <a:tailEnd type="none" w="med" len="med"/>
                    </a:lnR>
                    <a:lnT w="28575" cap="flat" cmpd="sng" algn="ctr">
                      <a:solidFill>
                        <a:srgbClr val="0070C0"/>
                      </a:solidFill>
                      <a:prstDash val="solid"/>
                      <a:round/>
                      <a:headEnd type="none" w="med" len="med"/>
                      <a:tailEnd type="none" w="med" len="med"/>
                    </a:lnT>
                    <a:lnB w="28575" cap="flat" cmpd="sng" algn="ctr">
                      <a:solidFill>
                        <a:srgbClr val="0070C0"/>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bl>
          </a:graphicData>
        </a:graphic>
      </p:graphicFrame>
      <p:pic>
        <p:nvPicPr>
          <p:cNvPr id="4" name="图片 3"/>
          <p:cNvPicPr>
            <a:picLocks noChangeAspect="1"/>
          </p:cNvPicPr>
          <p:nvPr/>
        </p:nvPicPr>
        <p:blipFill>
          <a:blip r:embed="rId3"/>
          <a:stretch>
            <a:fillRect/>
          </a:stretch>
        </p:blipFill>
        <p:spPr>
          <a:xfrm>
            <a:off x="891332" y="876103"/>
            <a:ext cx="3302635" cy="1800860"/>
          </a:xfrm>
          <a:prstGeom prst="rect">
            <a:avLst/>
          </a:prstGeom>
        </p:spPr>
      </p:pic>
      <p:pic>
        <p:nvPicPr>
          <p:cNvPr id="5" name="图片 4"/>
          <p:cNvPicPr>
            <a:picLocks noChangeAspect="1"/>
          </p:cNvPicPr>
          <p:nvPr/>
        </p:nvPicPr>
        <p:blipFill>
          <a:blip r:embed="rId4"/>
          <a:stretch>
            <a:fillRect/>
          </a:stretch>
        </p:blipFill>
        <p:spPr>
          <a:xfrm>
            <a:off x="5593387" y="870705"/>
            <a:ext cx="3165475" cy="1811655"/>
          </a:xfrm>
          <a:prstGeom prst="rect">
            <a:avLst/>
          </a:prstGeom>
        </p:spPr>
      </p:pic>
      <p:pic>
        <p:nvPicPr>
          <p:cNvPr id="6" name="图片 5"/>
          <p:cNvPicPr>
            <a:picLocks noChangeAspect="1"/>
          </p:cNvPicPr>
          <p:nvPr/>
        </p:nvPicPr>
        <p:blipFill>
          <a:blip r:embed="rId5"/>
          <a:stretch>
            <a:fillRect/>
          </a:stretch>
        </p:blipFill>
        <p:spPr>
          <a:xfrm>
            <a:off x="891332" y="2882265"/>
            <a:ext cx="3302635" cy="1878965"/>
          </a:xfrm>
          <a:prstGeom prst="rect">
            <a:avLst/>
          </a:prstGeom>
        </p:spPr>
      </p:pic>
      <p:pic>
        <p:nvPicPr>
          <p:cNvPr id="8" name="图片 7"/>
          <p:cNvPicPr>
            <a:picLocks noChangeAspect="1"/>
          </p:cNvPicPr>
          <p:nvPr/>
        </p:nvPicPr>
        <p:blipFill>
          <a:blip r:embed="rId6"/>
          <a:stretch>
            <a:fillRect/>
          </a:stretch>
        </p:blipFill>
        <p:spPr>
          <a:xfrm>
            <a:off x="5593387" y="2907664"/>
            <a:ext cx="3164840" cy="1828165"/>
          </a:xfrm>
          <a:prstGeom prst="rect">
            <a:avLst/>
          </a:prstGeom>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28"/>
          <p:cNvSpPr/>
          <p:nvPr/>
        </p:nvSpPr>
        <p:spPr>
          <a:xfrm>
            <a:off x="0" y="0"/>
            <a:ext cx="1043939" cy="532128"/>
          </a:xfrm>
          <a:prstGeom prst="rect">
            <a:avLst/>
          </a:prstGeom>
          <a:solidFill>
            <a:srgbClr val="0263B2"/>
          </a:solidFill>
        </p:spPr>
        <p:txBody>
          <a:bodyPr vert="horz" wrap="square" lIns="0" tIns="0" rIns="0" bIns="0"/>
          <a:lstStyle/>
          <a:p>
            <a:pPr algn="l" rtl="0" eaLnBrk="0">
              <a:lnSpc>
                <a:spcPct val="107000"/>
              </a:lnSpc>
            </a:pPr>
            <a:endParaRPr lang="x-none" altLang="x-none" sz="900" dirty="0"/>
          </a:p>
          <a:p>
            <a:pPr marL="363855" algn="l" rtl="0" eaLnBrk="0">
              <a:lnSpc>
                <a:spcPct val="84000"/>
              </a:lnSpc>
              <a:spcBef>
                <a:spcPts val="5"/>
              </a:spcBef>
            </a:pPr>
            <a:r>
              <a:rPr lang="en-US" sz="1800" spc="30" dirty="0" smtClean="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02</a:t>
            </a:r>
            <a:endParaRPr lang="x-none" altLang="x-none" sz="1800" dirty="0"/>
          </a:p>
        </p:txBody>
      </p:sp>
      <p:sp>
        <p:nvSpPr>
          <p:cNvPr id="9" name="textbox 51"/>
          <p:cNvSpPr/>
          <p:nvPr/>
        </p:nvSpPr>
        <p:spPr>
          <a:xfrm>
            <a:off x="1143000" y="0"/>
            <a:ext cx="3809365" cy="231140"/>
          </a:xfrm>
          <a:prstGeom prst="rect">
            <a:avLst/>
          </a:prstGeom>
        </p:spPr>
        <p:txBody>
          <a:bodyPr vert="horz" wrap="square" lIns="0" tIns="0" rIns="0" bIns="0"/>
          <a:lstStyle/>
          <a:p>
            <a:pPr algn="l" rtl="0" eaLnBrk="0">
              <a:lnSpc>
                <a:spcPct val="77000"/>
              </a:lnSpc>
            </a:pPr>
            <a:endParaRPr lang="x-none" altLang="x-none" sz="100" dirty="0"/>
          </a:p>
          <a:p>
            <a:pPr marL="12700" algn="l" rtl="0" eaLnBrk="0">
              <a:lnSpc>
                <a:spcPct val="97000"/>
              </a:lnSpc>
            </a:pPr>
            <a:r>
              <a:rPr sz="1800" spc="-10" dirty="0" smtClean="0">
                <a:solidFill>
                  <a:srgbClr val="0263B2">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Advantages of laser cleaning-compared to traditional cleaning</a:t>
            </a:r>
          </a:p>
        </p:txBody>
      </p:sp>
      <p:graphicFrame>
        <p:nvGraphicFramePr>
          <p:cNvPr id="3" name="表格 2"/>
          <p:cNvGraphicFramePr>
            <a:graphicFrameLocks noGrp="1"/>
          </p:cNvGraphicFramePr>
          <p:nvPr/>
        </p:nvGraphicFramePr>
        <p:xfrm>
          <a:off x="391686" y="1537894"/>
          <a:ext cx="8360628" cy="2480154"/>
        </p:xfrm>
        <a:graphic>
          <a:graphicData uri="http://schemas.openxmlformats.org/drawingml/2006/table">
            <a:tbl>
              <a:tblPr firstRow="1" firstCol="1" lastRow="1" lastCol="1" bandRow="1" bandCol="1">
                <a:tableStyleId>{5C22544A-7EE6-4342-B048-85BDC9FD1C3A}</a:tableStyleId>
              </a:tblPr>
              <a:tblGrid>
                <a:gridCol w="935990">
                  <a:extLst>
                    <a:ext uri="{9D8B030D-6E8A-4147-A177-3AD203B41FA5}">
                      <a16:colId xmlns:a16="http://schemas.microsoft.com/office/drawing/2014/main" val="20000"/>
                    </a:ext>
                  </a:extLst>
                </a:gridCol>
                <a:gridCol w="1692679">
                  <a:extLst>
                    <a:ext uri="{9D8B030D-6E8A-4147-A177-3AD203B41FA5}">
                      <a16:colId xmlns:a16="http://schemas.microsoft.com/office/drawing/2014/main" val="20001"/>
                    </a:ext>
                  </a:extLst>
                </a:gridCol>
                <a:gridCol w="1910653">
                  <a:extLst>
                    <a:ext uri="{9D8B030D-6E8A-4147-A177-3AD203B41FA5}">
                      <a16:colId xmlns:a16="http://schemas.microsoft.com/office/drawing/2014/main" val="20002"/>
                    </a:ext>
                  </a:extLst>
                </a:gridCol>
                <a:gridCol w="1910653">
                  <a:extLst>
                    <a:ext uri="{9D8B030D-6E8A-4147-A177-3AD203B41FA5}">
                      <a16:colId xmlns:a16="http://schemas.microsoft.com/office/drawing/2014/main" val="20003"/>
                    </a:ext>
                  </a:extLst>
                </a:gridCol>
                <a:gridCol w="1910653">
                  <a:extLst>
                    <a:ext uri="{9D8B030D-6E8A-4147-A177-3AD203B41FA5}">
                      <a16:colId xmlns:a16="http://schemas.microsoft.com/office/drawing/2014/main" val="20004"/>
                    </a:ext>
                  </a:extLst>
                </a:gridCol>
              </a:tblGrid>
              <a:tr h="307366">
                <a:tc>
                  <a:txBody>
                    <a:bodyPr/>
                    <a:lstStyle/>
                    <a:p>
                      <a:pPr algn="ctr">
                        <a:spcAft>
                          <a:spcPts val="0"/>
                        </a:spcAft>
                      </a:pPr>
                      <a:r>
                        <a:rPr lang="zh-CN" sz="900" b="0" kern="100" dirty="0">
                          <a:solidFill>
                            <a:schemeClr val="bg1"/>
                          </a:solidFill>
                          <a:effectLst/>
                          <a:latin typeface="Calibri" panose="020F0502020204030204" charset="0"/>
                          <a:ea typeface="微软雅黑" panose="020B0503020204020204" pitchFamily="34" charset="-122"/>
                          <a:cs typeface="Calibri" panose="020F0502020204030204" charset="0"/>
                        </a:rPr>
                        <a:t>item</a:t>
                      </a:r>
                    </a:p>
                  </a:txBody>
                  <a:tcPr marL="58800" marR="58800" marT="0" marB="0" anchor="ctr">
                    <a:lnL w="28575"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28575"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rgbClr val="0070C0"/>
                    </a:solidFill>
                  </a:tcPr>
                </a:tc>
                <a:tc>
                  <a:txBody>
                    <a:bodyPr/>
                    <a:lstStyle/>
                    <a:p>
                      <a:pPr algn="ctr">
                        <a:spcAft>
                          <a:spcPts val="0"/>
                        </a:spcAft>
                      </a:pPr>
                      <a:r>
                        <a:rPr lang="zh-CN" altLang="en-US" sz="900" b="0" kern="100" dirty="0" smtClean="0">
                          <a:solidFill>
                            <a:schemeClr val="bg1"/>
                          </a:solidFill>
                          <a:effectLst/>
                          <a:latin typeface="Calibri" panose="020F0502020204030204" charset="0"/>
                          <a:ea typeface="微软雅黑" panose="020B0503020204020204" pitchFamily="34" charset="-122"/>
                          <a:cs typeface="Calibri" panose="020F0502020204030204" charset="0"/>
                        </a:rPr>
                        <a:t>Handheld laser cleaning</a:t>
                      </a:r>
                    </a:p>
                  </a:txBody>
                  <a:tcPr marL="58800" marR="58800" marT="0" marB="0"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28575"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rgbClr val="0070C0"/>
                    </a:solidFill>
                  </a:tcPr>
                </a:tc>
                <a:tc>
                  <a:txBody>
                    <a:bodyPr/>
                    <a:lstStyle/>
                    <a:p>
                      <a:pPr algn="ctr">
                        <a:spcAft>
                          <a:spcPts val="0"/>
                        </a:spcAft>
                      </a:pPr>
                      <a:r>
                        <a:rPr lang="zh-CN" altLang="en-US" sz="900" b="0" kern="100" dirty="0" smtClean="0">
                          <a:solidFill>
                            <a:schemeClr val="bg1"/>
                          </a:solidFill>
                          <a:effectLst/>
                          <a:latin typeface="Calibri" panose="020F0502020204030204" charset="0"/>
                          <a:ea typeface="微软雅黑" panose="020B0503020204020204" pitchFamily="34" charset="-122"/>
                          <a:cs typeface="Calibri" panose="020F0502020204030204" charset="0"/>
                        </a:rPr>
                        <a:t>Industrial cleaning</a:t>
                      </a:r>
                    </a:p>
                  </a:txBody>
                  <a:tcPr marL="58800" marR="58800" marT="0" marB="0"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28575"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rgbClr val="0070C0"/>
                    </a:solidFill>
                  </a:tcPr>
                </a:tc>
                <a:tc>
                  <a:txBody>
                    <a:bodyPr/>
                    <a:lstStyle/>
                    <a:p>
                      <a:pPr algn="ctr">
                        <a:spcAft>
                          <a:spcPts val="0"/>
                        </a:spcAft>
                      </a:pPr>
                      <a:r>
                        <a:rPr lang="zh-CN" altLang="en-US" sz="900" b="0" kern="100" dirty="0" smtClean="0">
                          <a:solidFill>
                            <a:schemeClr val="bg1"/>
                          </a:solidFill>
                          <a:effectLst/>
                          <a:latin typeface="Calibri" panose="020F0502020204030204" charset="0"/>
                          <a:ea typeface="微软雅黑" panose="020B0503020204020204" pitchFamily="34" charset="-122"/>
                          <a:cs typeface="Calibri" panose="020F0502020204030204" charset="0"/>
                        </a:rPr>
                        <a:t>Mechanical cleaning</a:t>
                      </a:r>
                    </a:p>
                  </a:txBody>
                  <a:tcPr marL="58800" marR="58800" marT="0" marB="0"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28575"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rgbClr val="0070C0"/>
                    </a:solidFill>
                  </a:tcPr>
                </a:tc>
                <a:tc>
                  <a:txBody>
                    <a:bodyPr/>
                    <a:lstStyle/>
                    <a:p>
                      <a:pPr algn="ctr">
                        <a:spcAft>
                          <a:spcPts val="0"/>
                        </a:spcAft>
                      </a:pPr>
                      <a:r>
                        <a:rPr lang="zh-CN" altLang="en-US" sz="900" b="0" kern="100" dirty="0" smtClean="0">
                          <a:solidFill>
                            <a:schemeClr val="bg1"/>
                          </a:solidFill>
                          <a:effectLst/>
                          <a:latin typeface="Calibri" panose="020F0502020204030204" charset="0"/>
                          <a:ea typeface="微软雅黑" panose="020B0503020204020204" pitchFamily="34" charset="-122"/>
                          <a:cs typeface="Calibri" panose="020F0502020204030204" charset="0"/>
                        </a:rPr>
                        <a:t>dry ice cleaning</a:t>
                      </a:r>
                    </a:p>
                  </a:txBody>
                  <a:tcPr marL="58800" marR="58800" marT="0" marB="0" anchor="ctr">
                    <a:lnL w="12700" cap="flat" cmpd="sng" algn="ctr">
                      <a:solidFill>
                        <a:srgbClr val="0070C0"/>
                      </a:solidFill>
                      <a:prstDash val="solid"/>
                      <a:round/>
                      <a:headEnd type="none" w="med" len="med"/>
                      <a:tailEnd type="none" w="med" len="med"/>
                    </a:lnL>
                    <a:lnR w="28575" cap="flat" cmpd="sng" algn="ctr">
                      <a:solidFill>
                        <a:srgbClr val="0070C0"/>
                      </a:solidFill>
                      <a:prstDash val="solid"/>
                      <a:round/>
                      <a:headEnd type="none" w="med" len="med"/>
                      <a:tailEnd type="none" w="med" len="med"/>
                    </a:lnR>
                    <a:lnT w="28575"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rgbClr val="0070C0"/>
                    </a:solidFill>
                  </a:tcPr>
                </a:tc>
                <a:extLst>
                  <a:ext uri="{0D108BD9-81ED-4DB2-BD59-A6C34878D82A}">
                    <a16:rowId xmlns:a16="http://schemas.microsoft.com/office/drawing/2014/main" val="10000"/>
                  </a:ext>
                </a:extLst>
              </a:tr>
              <a:tr h="291670">
                <a:tc>
                  <a:txBody>
                    <a:bodyPr/>
                    <a:lstStyle/>
                    <a:p>
                      <a:pPr algn="ctr">
                        <a:spcAft>
                          <a:spcPts val="0"/>
                        </a:spcAft>
                      </a:pPr>
                      <a:r>
                        <a:rPr lang="zh-CN" altLang="en-US" sz="900" b="0" kern="100" dirty="0" smtClean="0">
                          <a:solidFill>
                            <a:srgbClr val="0070C0"/>
                          </a:solidFill>
                          <a:effectLst/>
                          <a:latin typeface="Calibri" panose="020F0502020204030204" charset="0"/>
                          <a:ea typeface="微软雅黑" panose="020B0503020204020204" pitchFamily="34" charset="-122"/>
                          <a:cs typeface="Calibri" panose="020F0502020204030204" charset="0"/>
                        </a:rPr>
                        <a:t>Cleaning method</a:t>
                      </a:r>
                    </a:p>
                  </a:txBody>
                  <a:tcPr marL="58800" marR="58800" marT="0" marB="0" anchor="ctr">
                    <a:lnL w="28575"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chemeClr val="bg1"/>
                    </a:solidFill>
                  </a:tcPr>
                </a:tc>
                <a:tc>
                  <a:txBody>
                    <a:bodyPr/>
                    <a:lstStyle/>
                    <a:p>
                      <a:pPr algn="ctr">
                        <a:spcAft>
                          <a:spcPts val="0"/>
                        </a:spcAft>
                      </a:pPr>
                      <a:r>
                        <a:rPr lang="zh-CN" altLang="en-US" sz="900" b="0" kern="100" dirty="0" smtClean="0">
                          <a:solidFill>
                            <a:srgbClr val="0070C0"/>
                          </a:solidFill>
                          <a:effectLst/>
                          <a:latin typeface="Calibri" panose="020F0502020204030204" charset="0"/>
                          <a:ea typeface="微软雅黑" panose="020B0503020204020204" pitchFamily="34" charset="-122"/>
                          <a:cs typeface="Calibri" panose="020F0502020204030204" charset="0"/>
                        </a:rPr>
                        <a:t>Contactless</a:t>
                      </a:r>
                      <a:r>
                        <a:rPr lang="en-US" altLang="zh-CN" sz="900" b="0" kern="100" dirty="0" smtClean="0">
                          <a:solidFill>
                            <a:srgbClr val="0070C0"/>
                          </a:solidFill>
                          <a:effectLst/>
                          <a:latin typeface="Calibri" panose="020F0502020204030204" charset="0"/>
                          <a:ea typeface="微软雅黑" panose="020B0503020204020204" pitchFamily="34" charset="-122"/>
                          <a:cs typeface="Calibri" panose="020F0502020204030204" charset="0"/>
                        </a:rPr>
                        <a:t> type</a:t>
                      </a:r>
                    </a:p>
                  </a:txBody>
                  <a:tcPr marL="58800" marR="58800" marT="0" marB="0"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chemeClr val="bg1"/>
                    </a:solidFill>
                  </a:tcPr>
                </a:tc>
                <a:tc>
                  <a:txBody>
                    <a:bodyPr/>
                    <a:lstStyle/>
                    <a:p>
                      <a:pPr algn="ctr">
                        <a:spcAft>
                          <a:spcPts val="0"/>
                        </a:spcAft>
                      </a:pPr>
                      <a:r>
                        <a:rPr lang="zh-CN" altLang="en-US" sz="900" kern="100" dirty="0" smtClean="0">
                          <a:solidFill>
                            <a:srgbClr val="0070C0"/>
                          </a:solidFill>
                          <a:effectLst/>
                          <a:latin typeface="Calibri" panose="020F0502020204030204" charset="0"/>
                          <a:ea typeface="微软雅黑" panose="020B0503020204020204" pitchFamily="34" charset="-122"/>
                          <a:cs typeface="Calibri" panose="020F0502020204030204" charset="0"/>
                          <a:sym typeface="+mn-ea"/>
                        </a:rPr>
                        <a:t>contact type</a:t>
                      </a:r>
                    </a:p>
                  </a:txBody>
                  <a:tcPr marL="58800" marR="58800" marT="0" marB="0"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chemeClr val="bg1"/>
                    </a:solidFill>
                  </a:tcPr>
                </a:tc>
                <a:tc>
                  <a:txBody>
                    <a:bodyPr/>
                    <a:lstStyle/>
                    <a:p>
                      <a:pPr algn="ctr">
                        <a:spcAft>
                          <a:spcPts val="0"/>
                        </a:spcAft>
                      </a:pPr>
                      <a:r>
                        <a:rPr lang="zh-CN" altLang="en-US" sz="900" b="0" kern="100" dirty="0" smtClean="0">
                          <a:solidFill>
                            <a:srgbClr val="0070C0"/>
                          </a:solidFill>
                          <a:effectLst/>
                          <a:latin typeface="Calibri" panose="020F0502020204030204" charset="0"/>
                          <a:ea typeface="微软雅黑" panose="020B0503020204020204" pitchFamily="34" charset="-122"/>
                          <a:cs typeface="Calibri" panose="020F0502020204030204" charset="0"/>
                        </a:rPr>
                        <a:t>contact type</a:t>
                      </a:r>
                    </a:p>
                  </a:txBody>
                  <a:tcPr marL="58800" marR="58800" marT="0" marB="0"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chemeClr val="bg1"/>
                    </a:solidFill>
                  </a:tcPr>
                </a:tc>
                <a:tc>
                  <a:txBody>
                    <a:bodyPr/>
                    <a:lstStyle/>
                    <a:p>
                      <a:pPr algn="ctr">
                        <a:spcAft>
                          <a:spcPts val="0"/>
                        </a:spcAft>
                      </a:pPr>
                      <a:r>
                        <a:rPr lang="zh-CN" altLang="en-US" sz="900" b="0" kern="100" dirty="0" smtClean="0">
                          <a:solidFill>
                            <a:srgbClr val="0070C0"/>
                          </a:solidFill>
                          <a:effectLst/>
                          <a:latin typeface="Calibri" panose="020F0502020204030204" charset="0"/>
                          <a:ea typeface="微软雅黑" panose="020B0503020204020204" pitchFamily="34" charset="-122"/>
                          <a:cs typeface="Calibri" panose="020F0502020204030204" charset="0"/>
                        </a:rPr>
                        <a:t>contact type</a:t>
                      </a:r>
                    </a:p>
                  </a:txBody>
                  <a:tcPr marL="58800" marR="58800" marT="0" marB="0" anchor="ctr">
                    <a:lnL w="12700" cap="flat" cmpd="sng" algn="ctr">
                      <a:solidFill>
                        <a:srgbClr val="0070C0"/>
                      </a:solidFill>
                      <a:prstDash val="solid"/>
                      <a:round/>
                      <a:headEnd type="none" w="med" len="med"/>
                      <a:tailEnd type="none" w="med" len="med"/>
                    </a:lnL>
                    <a:lnR w="28575"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299518">
                <a:tc>
                  <a:txBody>
                    <a:bodyPr/>
                    <a:lstStyle/>
                    <a:p>
                      <a:pPr algn="ctr">
                        <a:spcAft>
                          <a:spcPts val="0"/>
                        </a:spcAft>
                      </a:pPr>
                      <a:r>
                        <a:rPr lang="zh-CN" altLang="en-US" sz="900" b="0" kern="100" dirty="0" smtClean="0">
                          <a:solidFill>
                            <a:srgbClr val="0070C0"/>
                          </a:solidFill>
                          <a:effectLst/>
                          <a:latin typeface="Calibri" panose="020F0502020204030204" charset="0"/>
                          <a:ea typeface="微软雅黑" panose="020B0503020204020204" pitchFamily="34" charset="-122"/>
                          <a:cs typeface="Calibri" panose="020F0502020204030204" charset="0"/>
                        </a:rPr>
                        <a:t>Workpiece damage</a:t>
                      </a:r>
                    </a:p>
                  </a:txBody>
                  <a:tcPr marL="58800" marR="58800" marT="0" marB="0" anchor="ctr">
                    <a:lnL w="28575"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chemeClr val="bg1"/>
                    </a:solidFill>
                  </a:tcPr>
                </a:tc>
                <a:tc>
                  <a:txBody>
                    <a:bodyPr/>
                    <a:lstStyle/>
                    <a:p>
                      <a:pPr algn="ctr">
                        <a:spcAft>
                          <a:spcPts val="0"/>
                        </a:spcAft>
                      </a:pPr>
                      <a:r>
                        <a:rPr lang="zh-CN" altLang="en-US" sz="900" b="0" kern="100" dirty="0" smtClean="0">
                          <a:solidFill>
                            <a:srgbClr val="0070C0"/>
                          </a:solidFill>
                          <a:effectLst/>
                          <a:latin typeface="Calibri" panose="020F0502020204030204" charset="0"/>
                          <a:ea typeface="微软雅黑" panose="020B0503020204020204" pitchFamily="34" charset="-122"/>
                          <a:cs typeface="Calibri" panose="020F0502020204030204" charset="0"/>
                        </a:rPr>
                        <a:t>none</a:t>
                      </a:r>
                    </a:p>
                  </a:txBody>
                  <a:tcPr marL="58800" marR="58800" marT="0" marB="0"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chemeClr val="bg1"/>
                    </a:solidFill>
                  </a:tcPr>
                </a:tc>
                <a:tc>
                  <a:txBody>
                    <a:bodyPr/>
                    <a:lstStyle/>
                    <a:p>
                      <a:pPr algn="ctr">
                        <a:spcAft>
                          <a:spcPts val="0"/>
                        </a:spcAft>
                      </a:pPr>
                      <a:r>
                        <a:rPr lang="zh-CN" altLang="en-US" sz="900" b="0" kern="100" dirty="0" smtClean="0">
                          <a:solidFill>
                            <a:srgbClr val="0070C0"/>
                          </a:solidFill>
                          <a:effectLst/>
                          <a:latin typeface="Calibri" panose="020F0502020204030204" charset="0"/>
                          <a:ea typeface="微软雅黑" panose="020B0503020204020204" pitchFamily="34" charset="-122"/>
                          <a:cs typeface="Calibri" panose="020F0502020204030204" charset="0"/>
                        </a:rPr>
                        <a:t>have</a:t>
                      </a:r>
                    </a:p>
                  </a:txBody>
                  <a:tcPr marL="58800" marR="58800" marT="0" marB="0"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chemeClr val="bg1"/>
                    </a:solidFill>
                  </a:tcPr>
                </a:tc>
                <a:tc>
                  <a:txBody>
                    <a:bodyPr/>
                    <a:lstStyle/>
                    <a:p>
                      <a:pPr algn="ctr">
                        <a:spcAft>
                          <a:spcPts val="0"/>
                        </a:spcAft>
                      </a:pPr>
                      <a:r>
                        <a:rPr lang="zh-CN" altLang="en-US" sz="900" b="0" kern="100" dirty="0" smtClean="0">
                          <a:solidFill>
                            <a:srgbClr val="0070C0"/>
                          </a:solidFill>
                          <a:effectLst/>
                          <a:latin typeface="Calibri" panose="020F0502020204030204" charset="0"/>
                          <a:ea typeface="微软雅黑" panose="020B0503020204020204" pitchFamily="34" charset="-122"/>
                          <a:cs typeface="Calibri" panose="020F0502020204030204" charset="0"/>
                        </a:rPr>
                        <a:t>have</a:t>
                      </a:r>
                    </a:p>
                  </a:txBody>
                  <a:tcPr marL="58800" marR="58800" marT="0" marB="0"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chemeClr val="bg1"/>
                    </a:solidFill>
                  </a:tcPr>
                </a:tc>
                <a:tc>
                  <a:txBody>
                    <a:bodyPr/>
                    <a:lstStyle/>
                    <a:p>
                      <a:pPr algn="ctr">
                        <a:spcAft>
                          <a:spcPts val="0"/>
                        </a:spcAft>
                      </a:pPr>
                      <a:r>
                        <a:rPr lang="zh-CN" altLang="en-US" sz="900" b="0" kern="100" dirty="0" smtClean="0">
                          <a:solidFill>
                            <a:srgbClr val="0070C0"/>
                          </a:solidFill>
                          <a:effectLst/>
                          <a:latin typeface="Calibri" panose="020F0502020204030204" charset="0"/>
                          <a:ea typeface="微软雅黑" panose="020B0503020204020204" pitchFamily="34" charset="-122"/>
                          <a:cs typeface="Calibri" panose="020F0502020204030204" charset="0"/>
                        </a:rPr>
                        <a:t>have</a:t>
                      </a:r>
                    </a:p>
                  </a:txBody>
                  <a:tcPr marL="58800" marR="58800" marT="0" marB="0" anchor="ctr">
                    <a:lnL w="12700" cap="flat" cmpd="sng" algn="ctr">
                      <a:solidFill>
                        <a:srgbClr val="0070C0"/>
                      </a:solidFill>
                      <a:prstDash val="solid"/>
                      <a:round/>
                      <a:headEnd type="none" w="med" len="med"/>
                      <a:tailEnd type="none" w="med" len="med"/>
                    </a:lnL>
                    <a:lnR w="28575"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299518">
                <a:tc>
                  <a:txBody>
                    <a:bodyPr/>
                    <a:lstStyle/>
                    <a:p>
                      <a:pPr algn="ctr">
                        <a:spcAft>
                          <a:spcPts val="0"/>
                        </a:spcAft>
                      </a:pPr>
                      <a:r>
                        <a:rPr lang="zh-CN" altLang="en-US" sz="900" b="0" kern="100" dirty="0" smtClean="0">
                          <a:solidFill>
                            <a:srgbClr val="0070C0"/>
                          </a:solidFill>
                          <a:effectLst/>
                          <a:latin typeface="Calibri" panose="020F0502020204030204" charset="0"/>
                          <a:ea typeface="微软雅黑" panose="020B0503020204020204" pitchFamily="34" charset="-122"/>
                          <a:cs typeface="Calibri" panose="020F0502020204030204" charset="0"/>
                        </a:rPr>
                        <a:t>Cleaning efficiency</a:t>
                      </a:r>
                    </a:p>
                  </a:txBody>
                  <a:tcPr marL="58800" marR="58800" marT="0" marB="0" anchor="ctr">
                    <a:lnL w="28575"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chemeClr val="bg1"/>
                    </a:solidFill>
                  </a:tcPr>
                </a:tc>
                <a:tc>
                  <a:txBody>
                    <a:bodyPr/>
                    <a:lstStyle/>
                    <a:p>
                      <a:pPr algn="ctr">
                        <a:spcAft>
                          <a:spcPts val="0"/>
                        </a:spcAft>
                      </a:pPr>
                      <a:r>
                        <a:rPr lang="zh-CN" altLang="en-US" sz="900" b="0" kern="100" dirty="0" smtClean="0">
                          <a:solidFill>
                            <a:srgbClr val="0070C0"/>
                          </a:solidFill>
                          <a:effectLst/>
                          <a:latin typeface="Calibri" panose="020F0502020204030204" charset="0"/>
                          <a:ea typeface="微软雅黑" panose="020B0503020204020204" pitchFamily="34" charset="-122"/>
                          <a:cs typeface="Calibri" panose="020F0502020204030204" charset="0"/>
                        </a:rPr>
                        <a:t>high</a:t>
                      </a:r>
                    </a:p>
                  </a:txBody>
                  <a:tcPr marL="58800" marR="58800" marT="0" marB="0"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chemeClr val="bg1"/>
                    </a:solidFill>
                  </a:tcPr>
                </a:tc>
                <a:tc>
                  <a:txBody>
                    <a:bodyPr/>
                    <a:lstStyle/>
                    <a:p>
                      <a:pPr algn="ctr">
                        <a:spcAft>
                          <a:spcPts val="0"/>
                        </a:spcAft>
                      </a:pPr>
                      <a:r>
                        <a:rPr lang="zh-CN" altLang="en-US" sz="900" b="0" kern="100" dirty="0" smtClean="0">
                          <a:solidFill>
                            <a:srgbClr val="0070C0"/>
                          </a:solidFill>
                          <a:effectLst/>
                          <a:latin typeface="Calibri" panose="020F0502020204030204" charset="0"/>
                          <a:ea typeface="微软雅黑" panose="020B0503020204020204" pitchFamily="34" charset="-122"/>
                          <a:cs typeface="Calibri" panose="020F0502020204030204" charset="0"/>
                        </a:rPr>
                        <a:t>Low</a:t>
                      </a:r>
                    </a:p>
                  </a:txBody>
                  <a:tcPr marL="58800" marR="58800" marT="0" marB="0"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chemeClr val="bg1"/>
                    </a:solidFill>
                  </a:tcPr>
                </a:tc>
                <a:tc>
                  <a:txBody>
                    <a:bodyPr/>
                    <a:lstStyle/>
                    <a:p>
                      <a:pPr algn="ctr">
                        <a:spcAft>
                          <a:spcPts val="0"/>
                        </a:spcAft>
                      </a:pPr>
                      <a:r>
                        <a:rPr lang="zh-CN" altLang="en-US" sz="900" b="0" kern="100" dirty="0" smtClean="0">
                          <a:solidFill>
                            <a:srgbClr val="0070C0"/>
                          </a:solidFill>
                          <a:effectLst/>
                          <a:latin typeface="Calibri" panose="020F0502020204030204" charset="0"/>
                          <a:ea typeface="微软雅黑" panose="020B0503020204020204" pitchFamily="34" charset="-122"/>
                          <a:cs typeface="Calibri" panose="020F0502020204030204" charset="0"/>
                        </a:rPr>
                        <a:t>Low</a:t>
                      </a:r>
                    </a:p>
                  </a:txBody>
                  <a:tcPr marL="58800" marR="58800" marT="0" marB="0"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chemeClr val="bg1"/>
                    </a:solidFill>
                  </a:tcPr>
                </a:tc>
                <a:tc>
                  <a:txBody>
                    <a:bodyPr/>
                    <a:lstStyle/>
                    <a:p>
                      <a:pPr algn="ctr">
                        <a:spcAft>
                          <a:spcPts val="0"/>
                        </a:spcAft>
                      </a:pPr>
                      <a:r>
                        <a:rPr lang="zh-CN" altLang="en-US" sz="900" b="0" kern="100" dirty="0" smtClean="0">
                          <a:solidFill>
                            <a:srgbClr val="0070C0"/>
                          </a:solidFill>
                          <a:effectLst/>
                          <a:latin typeface="Calibri" panose="020F0502020204030204" charset="0"/>
                          <a:ea typeface="微软雅黑" panose="020B0503020204020204" pitchFamily="34" charset="-122"/>
                          <a:cs typeface="Calibri" panose="020F0502020204030204" charset="0"/>
                        </a:rPr>
                        <a:t>Low</a:t>
                      </a:r>
                    </a:p>
                  </a:txBody>
                  <a:tcPr marL="58800" marR="58800" marT="0" marB="0" anchor="ctr">
                    <a:lnL w="12700" cap="flat" cmpd="sng" algn="ctr">
                      <a:solidFill>
                        <a:srgbClr val="0070C0"/>
                      </a:solidFill>
                      <a:prstDash val="solid"/>
                      <a:round/>
                      <a:headEnd type="none" w="med" len="med"/>
                      <a:tailEnd type="none" w="med" len="med"/>
                    </a:lnL>
                    <a:lnR w="28575"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279414">
                <a:tc>
                  <a:txBody>
                    <a:bodyPr/>
                    <a:lstStyle/>
                    <a:p>
                      <a:pPr algn="ctr">
                        <a:spcAft>
                          <a:spcPts val="0"/>
                        </a:spcAft>
                      </a:pPr>
                      <a:r>
                        <a:rPr lang="zh-CN" altLang="en-US" sz="900" b="0" kern="100" dirty="0" smtClean="0">
                          <a:solidFill>
                            <a:srgbClr val="0070C0"/>
                          </a:solidFill>
                          <a:effectLst/>
                          <a:latin typeface="Calibri" panose="020F0502020204030204" charset="0"/>
                          <a:ea typeface="微软雅黑" panose="020B0503020204020204" pitchFamily="34" charset="-122"/>
                          <a:cs typeface="Calibri" panose="020F0502020204030204" charset="0"/>
                        </a:rPr>
                        <a:t>Consumable costs</a:t>
                      </a:r>
                    </a:p>
                  </a:txBody>
                  <a:tcPr marL="58800" marR="58800" marT="0" marB="0" anchor="ctr">
                    <a:lnL w="28575"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chemeClr val="bg1"/>
                    </a:solidFill>
                  </a:tcPr>
                </a:tc>
                <a:tc>
                  <a:txBody>
                    <a:bodyPr/>
                    <a:lstStyle/>
                    <a:p>
                      <a:pPr marL="8255" indent="0" algn="ctr">
                        <a:lnSpc>
                          <a:spcPct val="150000"/>
                        </a:lnSpc>
                        <a:spcAft>
                          <a:spcPts val="0"/>
                        </a:spcAft>
                        <a:buFont typeface="Wingdings" panose="05000000000000000000" pitchFamily="2" charset="2"/>
                        <a:buNone/>
                      </a:pPr>
                      <a:r>
                        <a:rPr lang="zh-CN" altLang="en-US" sz="900" b="0" kern="100" dirty="0" smtClean="0">
                          <a:solidFill>
                            <a:srgbClr val="0070C0"/>
                          </a:solidFill>
                          <a:effectLst/>
                          <a:latin typeface="Calibri" panose="020F0502020204030204" charset="0"/>
                          <a:ea typeface="微软雅黑" panose="020B0503020204020204" pitchFamily="34" charset="-122"/>
                          <a:cs typeface="Calibri" panose="020F0502020204030204" charset="0"/>
                        </a:rPr>
                        <a:t>electricity</a:t>
                      </a:r>
                    </a:p>
                  </a:txBody>
                  <a:tcPr marL="58800" marR="58800" marT="0" marB="0">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chemeClr val="bg1"/>
                    </a:solidFill>
                  </a:tcPr>
                </a:tc>
                <a:tc>
                  <a:txBody>
                    <a:bodyPr/>
                    <a:lstStyle/>
                    <a:p>
                      <a:pPr marL="179705" indent="0" algn="ctr">
                        <a:lnSpc>
                          <a:spcPct val="150000"/>
                        </a:lnSpc>
                        <a:spcAft>
                          <a:spcPts val="0"/>
                        </a:spcAft>
                        <a:buFont typeface="Wingdings" panose="05000000000000000000" pitchFamily="2" charset="2"/>
                        <a:buNone/>
                      </a:pPr>
                      <a:r>
                        <a:rPr lang="zh-CN" altLang="en-US" sz="900" b="0" kern="100" dirty="0" smtClean="0">
                          <a:solidFill>
                            <a:srgbClr val="0070C0"/>
                          </a:solidFill>
                          <a:effectLst/>
                          <a:latin typeface="Calibri" panose="020F0502020204030204" charset="0"/>
                          <a:ea typeface="微软雅黑" panose="020B0503020204020204" pitchFamily="34" charset="-122"/>
                          <a:cs typeface="Calibri" panose="020F0502020204030204" charset="0"/>
                        </a:rPr>
                        <a:t>chemical cleaning agent</a:t>
                      </a:r>
                    </a:p>
                  </a:txBody>
                  <a:tcPr marL="58800" marR="58800" marT="0" marB="0">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chemeClr val="bg1"/>
                    </a:solidFill>
                  </a:tcPr>
                </a:tc>
                <a:tc>
                  <a:txBody>
                    <a:bodyPr/>
                    <a:lstStyle/>
                    <a:p>
                      <a:pPr marL="179705" indent="0" algn="ctr">
                        <a:lnSpc>
                          <a:spcPct val="150000"/>
                        </a:lnSpc>
                        <a:spcAft>
                          <a:spcPts val="0"/>
                        </a:spcAft>
                        <a:buFont typeface="Wingdings" panose="05000000000000000000" pitchFamily="2" charset="2"/>
                        <a:buNone/>
                      </a:pPr>
                      <a:r>
                        <a:rPr lang="zh-CN" altLang="en-US" sz="900" b="0" kern="100" dirty="0" smtClean="0">
                          <a:solidFill>
                            <a:srgbClr val="0070C0"/>
                          </a:solidFill>
                          <a:effectLst/>
                          <a:latin typeface="Calibri" panose="020F0502020204030204" charset="0"/>
                          <a:ea typeface="微软雅黑" panose="020B0503020204020204" pitchFamily="34" charset="-122"/>
                          <a:cs typeface="Calibri" panose="020F0502020204030204" charset="0"/>
                        </a:rPr>
                        <a:t>Sandpaper, grinding wheel</a:t>
                      </a:r>
                    </a:p>
                  </a:txBody>
                  <a:tcPr marL="58800" marR="58800" marT="0" marB="0">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chemeClr val="bg1"/>
                    </a:solidFill>
                  </a:tcPr>
                </a:tc>
                <a:tc>
                  <a:txBody>
                    <a:bodyPr/>
                    <a:lstStyle/>
                    <a:p>
                      <a:pPr marL="179705" indent="0" algn="ctr">
                        <a:lnSpc>
                          <a:spcPct val="150000"/>
                        </a:lnSpc>
                        <a:spcAft>
                          <a:spcPts val="0"/>
                        </a:spcAft>
                        <a:buFont typeface="Wingdings" panose="05000000000000000000" pitchFamily="2" charset="2"/>
                        <a:buNone/>
                      </a:pPr>
                      <a:r>
                        <a:rPr lang="zh-CN" altLang="en-US" sz="900" b="0" kern="100" dirty="0" smtClean="0">
                          <a:solidFill>
                            <a:srgbClr val="0070C0"/>
                          </a:solidFill>
                          <a:effectLst/>
                          <a:latin typeface="Calibri" panose="020F0502020204030204" charset="0"/>
                          <a:ea typeface="微软雅黑" panose="020B0503020204020204" pitchFamily="34" charset="-122"/>
                          <a:cs typeface="Calibri" panose="020F0502020204030204" charset="0"/>
                        </a:rPr>
                        <a:t>dry ice</a:t>
                      </a:r>
                    </a:p>
                  </a:txBody>
                  <a:tcPr marL="58800" marR="58800" marT="0" marB="0">
                    <a:lnL w="12700" cap="flat" cmpd="sng" algn="ctr">
                      <a:solidFill>
                        <a:srgbClr val="0070C0"/>
                      </a:solidFill>
                      <a:prstDash val="solid"/>
                      <a:round/>
                      <a:headEnd type="none" w="med" len="med"/>
                      <a:tailEnd type="none" w="med" len="med"/>
                    </a:lnL>
                    <a:lnR w="28575"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291670">
                <a:tc>
                  <a:txBody>
                    <a:bodyPr/>
                    <a:lstStyle/>
                    <a:p>
                      <a:pPr algn="ctr">
                        <a:spcAft>
                          <a:spcPts val="0"/>
                        </a:spcAft>
                      </a:pPr>
                      <a:r>
                        <a:rPr lang="zh-CN" altLang="en-US" sz="900" b="0" kern="100" dirty="0" smtClean="0">
                          <a:solidFill>
                            <a:srgbClr val="0070C0"/>
                          </a:solidFill>
                          <a:effectLst/>
                          <a:latin typeface="Calibri" panose="020F0502020204030204" charset="0"/>
                          <a:ea typeface="微软雅黑" panose="020B0503020204020204" pitchFamily="34" charset="-122"/>
                          <a:cs typeface="Calibri" panose="020F0502020204030204" charset="0"/>
                        </a:rPr>
                        <a:t>Cleaning effect</a:t>
                      </a:r>
                    </a:p>
                  </a:txBody>
                  <a:tcPr marL="58800" marR="58800" marT="0" marB="0" anchor="ctr">
                    <a:lnL w="28575"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chemeClr val="bg1"/>
                    </a:solidFill>
                  </a:tcPr>
                </a:tc>
                <a:tc>
                  <a:txBody>
                    <a:bodyPr/>
                    <a:lstStyle/>
                    <a:p>
                      <a:pPr algn="ctr">
                        <a:spcAft>
                          <a:spcPts val="0"/>
                        </a:spcAft>
                      </a:pPr>
                      <a:r>
                        <a:rPr lang="zh-CN" altLang="en-US" sz="900" b="0" kern="100" dirty="0" smtClean="0">
                          <a:solidFill>
                            <a:srgbClr val="0070C0"/>
                          </a:solidFill>
                          <a:effectLst/>
                          <a:latin typeface="Calibri" panose="020F0502020204030204" charset="0"/>
                          <a:ea typeface="微软雅黑" panose="020B0503020204020204" pitchFamily="34" charset="-122"/>
                          <a:cs typeface="Calibri" panose="020F0502020204030204" charset="0"/>
                        </a:rPr>
                        <a:t>High cleanliness</a:t>
                      </a:r>
                    </a:p>
                  </a:txBody>
                  <a:tcPr marL="58800" marR="58800" marT="0" marB="0"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chemeClr val="bg1"/>
                    </a:solidFill>
                  </a:tcPr>
                </a:tc>
                <a:tc>
                  <a:txBody>
                    <a:bodyPr/>
                    <a:lstStyle/>
                    <a:p>
                      <a:pPr algn="ctr">
                        <a:spcAft>
                          <a:spcPts val="0"/>
                        </a:spcAft>
                      </a:pPr>
                      <a:r>
                        <a:rPr lang="zh-CN" altLang="en-US" sz="900" b="0" kern="100" dirty="0" smtClean="0">
                          <a:solidFill>
                            <a:srgbClr val="0070C0"/>
                          </a:solidFill>
                          <a:effectLst/>
                          <a:latin typeface="Calibri" panose="020F0502020204030204" charset="0"/>
                          <a:ea typeface="微软雅黑" panose="020B0503020204020204" pitchFamily="34" charset="-122"/>
                          <a:cs typeface="Calibri" panose="020F0502020204030204" charset="0"/>
                        </a:rPr>
                        <a:t>Generally, unevenly</a:t>
                      </a:r>
                    </a:p>
                  </a:txBody>
                  <a:tcPr marL="58800" marR="58800" marT="0" marB="0"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chemeClr val="bg1"/>
                    </a:solidFill>
                  </a:tcPr>
                </a:tc>
                <a:tc>
                  <a:txBody>
                    <a:bodyPr/>
                    <a:lstStyle/>
                    <a:p>
                      <a:pPr algn="ctr">
                        <a:spcAft>
                          <a:spcPts val="0"/>
                        </a:spcAft>
                      </a:pPr>
                      <a:r>
                        <a:rPr lang="zh-CN" altLang="en-US" sz="900" kern="100" dirty="0" smtClean="0">
                          <a:solidFill>
                            <a:srgbClr val="0070C0"/>
                          </a:solidFill>
                          <a:effectLst/>
                          <a:latin typeface="Calibri" panose="020F0502020204030204" charset="0"/>
                          <a:ea typeface="微软雅黑" panose="020B0503020204020204" pitchFamily="34" charset="-122"/>
                          <a:cs typeface="Calibri" panose="020F0502020204030204" charset="0"/>
                          <a:sym typeface="+mn-ea"/>
                        </a:rPr>
                        <a:t>Generally, unevenly</a:t>
                      </a:r>
                      <a:endParaRPr lang="zh-CN" altLang="en-US" sz="900" b="0" kern="100" dirty="0" smtClean="0">
                        <a:solidFill>
                          <a:srgbClr val="0070C0"/>
                        </a:solidFill>
                        <a:effectLst/>
                        <a:latin typeface="Calibri" panose="020F0502020204030204" charset="0"/>
                        <a:ea typeface="微软雅黑" panose="020B0503020204020204" pitchFamily="34" charset="-122"/>
                        <a:cs typeface="Calibri" panose="020F0502020204030204" charset="0"/>
                        <a:sym typeface="+mn-ea"/>
                      </a:endParaRPr>
                    </a:p>
                  </a:txBody>
                  <a:tcPr marL="58800" marR="58800" marT="0" marB="0"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defRPr/>
                      </a:pPr>
                      <a:r>
                        <a:rPr lang="zh-CN" altLang="en-US" sz="900" b="0" kern="100" dirty="0" smtClean="0">
                          <a:solidFill>
                            <a:srgbClr val="0070C0"/>
                          </a:solidFill>
                          <a:effectLst/>
                          <a:latin typeface="Calibri" panose="020F0502020204030204" charset="0"/>
                          <a:ea typeface="微软雅黑" panose="020B0503020204020204" pitchFamily="34" charset="-122"/>
                          <a:cs typeface="Calibri" panose="020F0502020204030204" charset="0"/>
                          <a:sym typeface="+mn-ea"/>
                        </a:rPr>
                        <a:t>Generally, unevenly</a:t>
                      </a:r>
                      <a:endParaRPr lang="zh-CN" altLang="en-US" sz="900" b="0" kern="100" dirty="0" smtClean="0">
                        <a:solidFill>
                          <a:srgbClr val="0070C0"/>
                        </a:solidFill>
                        <a:effectLst/>
                        <a:latin typeface="Calibri" panose="020F0502020204030204" charset="0"/>
                        <a:ea typeface="微软雅黑" panose="020B0503020204020204" pitchFamily="34" charset="-122"/>
                        <a:cs typeface="Calibri" panose="020F0502020204030204" charset="0"/>
                      </a:endParaRPr>
                    </a:p>
                    <a:p>
                      <a:pPr marL="0" marR="0" lvl="0" indent="0" algn="ctr" defTabSz="685800" rtl="0" eaLnBrk="1" fontAlgn="auto" latinLnBrk="0" hangingPunct="1">
                        <a:lnSpc>
                          <a:spcPct val="100000"/>
                        </a:lnSpc>
                        <a:spcBef>
                          <a:spcPts val="0"/>
                        </a:spcBef>
                        <a:spcAft>
                          <a:spcPts val="0"/>
                        </a:spcAft>
                        <a:buClrTx/>
                        <a:buSzTx/>
                        <a:buFontTx/>
                        <a:buNone/>
                        <a:defRPr/>
                      </a:pPr>
                      <a:endParaRPr lang="zh-CN" altLang="zh-CN" sz="900" b="0" kern="100" dirty="0" smtClean="0">
                        <a:solidFill>
                          <a:srgbClr val="0070C0"/>
                        </a:solidFill>
                        <a:effectLst/>
                        <a:latin typeface="Calibri" panose="020F0502020204030204" charset="0"/>
                        <a:ea typeface="微软雅黑" panose="020B0503020204020204" pitchFamily="34" charset="-122"/>
                        <a:cs typeface="Calibri" panose="020F0502020204030204" charset="0"/>
                      </a:endParaRPr>
                    </a:p>
                  </a:txBody>
                  <a:tcPr marL="58800" marR="58800" marT="0" marB="0" anchor="ctr">
                    <a:lnL w="12700" cap="flat" cmpd="sng" algn="ctr">
                      <a:solidFill>
                        <a:srgbClr val="0070C0"/>
                      </a:solidFill>
                      <a:prstDash val="solid"/>
                      <a:round/>
                      <a:headEnd type="none" w="med" len="med"/>
                      <a:tailEnd type="none" w="med" len="med"/>
                    </a:lnL>
                    <a:lnR w="28575"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299518">
                <a:tc>
                  <a:txBody>
                    <a:bodyPr/>
                    <a:lstStyle/>
                    <a:p>
                      <a:pPr algn="ctr">
                        <a:spcAft>
                          <a:spcPts val="0"/>
                        </a:spcAft>
                      </a:pPr>
                      <a:r>
                        <a:rPr lang="zh-CN" altLang="en-US" sz="900" b="0" kern="100" dirty="0" smtClean="0">
                          <a:solidFill>
                            <a:srgbClr val="0070C0"/>
                          </a:solidFill>
                          <a:effectLst/>
                          <a:latin typeface="Calibri" panose="020F0502020204030204" charset="0"/>
                          <a:ea typeface="微软雅黑" panose="020B0503020204020204" pitchFamily="34" charset="-122"/>
                          <a:cs typeface="Calibri" panose="020F0502020204030204" charset="0"/>
                        </a:rPr>
                        <a:t>Safety and environmental protection</a:t>
                      </a:r>
                    </a:p>
                  </a:txBody>
                  <a:tcPr marL="58800" marR="58800" marT="0" marB="0" anchor="ctr">
                    <a:lnL w="28575"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chemeClr val="bg1"/>
                    </a:solidFill>
                  </a:tcPr>
                </a:tc>
                <a:tc>
                  <a:txBody>
                    <a:bodyPr/>
                    <a:lstStyle/>
                    <a:p>
                      <a:pPr algn="ctr">
                        <a:spcAft>
                          <a:spcPts val="0"/>
                        </a:spcAft>
                      </a:pPr>
                      <a:r>
                        <a:rPr lang="zh-CN" altLang="en-US" sz="900" b="0" kern="100" dirty="0" smtClean="0">
                          <a:solidFill>
                            <a:srgbClr val="0070C0"/>
                          </a:solidFill>
                          <a:effectLst/>
                          <a:latin typeface="Calibri" panose="020F0502020204030204" charset="0"/>
                          <a:ea typeface="微软雅黑" panose="020B0503020204020204" pitchFamily="34" charset="-122"/>
                          <a:cs typeface="Calibri" panose="020F0502020204030204" charset="0"/>
                        </a:rPr>
                        <a:t>No pollution</a:t>
                      </a:r>
                    </a:p>
                  </a:txBody>
                  <a:tcPr marL="58800" marR="58800" marT="0" marB="0"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chemeClr val="bg1"/>
                    </a:solidFill>
                  </a:tcPr>
                </a:tc>
                <a:tc>
                  <a:txBody>
                    <a:bodyPr/>
                    <a:lstStyle/>
                    <a:p>
                      <a:pPr algn="ctr">
                        <a:spcAft>
                          <a:spcPts val="0"/>
                        </a:spcAft>
                      </a:pPr>
                      <a:r>
                        <a:rPr lang="zh-CN" altLang="en-US" sz="900" b="0" kern="100" dirty="0" smtClean="0">
                          <a:solidFill>
                            <a:srgbClr val="0070C0"/>
                          </a:solidFill>
                          <a:effectLst/>
                          <a:latin typeface="Calibri" panose="020F0502020204030204" charset="0"/>
                          <a:ea typeface="微软雅黑" panose="020B0503020204020204" pitchFamily="34" charset="-122"/>
                          <a:cs typeface="Calibri" panose="020F0502020204030204" charset="0"/>
                        </a:rPr>
                        <a:t>polluted environment</a:t>
                      </a:r>
                    </a:p>
                  </a:txBody>
                  <a:tcPr marL="58800" marR="58800" marT="0" marB="0"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chemeClr val="bg1"/>
                    </a:solidFill>
                  </a:tcPr>
                </a:tc>
                <a:tc>
                  <a:txBody>
                    <a:bodyPr/>
                    <a:lstStyle/>
                    <a:p>
                      <a:pPr algn="ctr">
                        <a:spcAft>
                          <a:spcPts val="0"/>
                        </a:spcAft>
                      </a:pPr>
                      <a:r>
                        <a:rPr lang="zh-CN" altLang="en-US" sz="900" b="0" kern="100" dirty="0" smtClean="0">
                          <a:solidFill>
                            <a:srgbClr val="0070C0"/>
                          </a:solidFill>
                          <a:effectLst/>
                          <a:latin typeface="Calibri" panose="020F0502020204030204" charset="0"/>
                          <a:ea typeface="微软雅黑" panose="020B0503020204020204" pitchFamily="34" charset="-122"/>
                          <a:cs typeface="Calibri" panose="020F0502020204030204" charset="0"/>
                        </a:rPr>
                        <a:t>polluted environment</a:t>
                      </a:r>
                    </a:p>
                  </a:txBody>
                  <a:tcPr marL="58800" marR="58800" marT="0" marB="0"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chemeClr val="bg1"/>
                    </a:solidFill>
                  </a:tcPr>
                </a:tc>
                <a:tc>
                  <a:txBody>
                    <a:bodyPr/>
                    <a:lstStyle/>
                    <a:p>
                      <a:pPr algn="ctr">
                        <a:spcAft>
                          <a:spcPts val="0"/>
                        </a:spcAft>
                      </a:pPr>
                      <a:r>
                        <a:rPr lang="zh-CN" altLang="en-US" sz="900" b="0" kern="100" dirty="0" smtClean="0">
                          <a:solidFill>
                            <a:srgbClr val="0070C0"/>
                          </a:solidFill>
                          <a:effectLst/>
                          <a:latin typeface="Calibri" panose="020F0502020204030204" charset="0"/>
                          <a:ea typeface="微软雅黑" panose="020B0503020204020204" pitchFamily="34" charset="-122"/>
                          <a:cs typeface="Calibri" panose="020F0502020204030204" charset="0"/>
                        </a:rPr>
                        <a:t>polluted environment</a:t>
                      </a:r>
                    </a:p>
                  </a:txBody>
                  <a:tcPr marL="58800" marR="58800" marT="0" marB="0" anchor="ctr">
                    <a:lnL w="12700" cap="flat" cmpd="sng" algn="ctr">
                      <a:solidFill>
                        <a:srgbClr val="0070C0"/>
                      </a:solidFill>
                      <a:prstDash val="solid"/>
                      <a:round/>
                      <a:headEnd type="none" w="med" len="med"/>
                      <a:tailEnd type="none" w="med" len="med"/>
                    </a:lnL>
                    <a:lnR w="28575"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299518">
                <a:tc>
                  <a:txBody>
                    <a:bodyPr/>
                    <a:lstStyle/>
                    <a:p>
                      <a:pPr algn="ctr">
                        <a:spcAft>
                          <a:spcPts val="0"/>
                        </a:spcAft>
                      </a:pPr>
                      <a:r>
                        <a:rPr lang="zh-CN" altLang="en-US" sz="900" b="0" kern="100" dirty="0" smtClean="0">
                          <a:solidFill>
                            <a:srgbClr val="0070C0"/>
                          </a:solidFill>
                          <a:effectLst/>
                          <a:latin typeface="Calibri" panose="020F0502020204030204" charset="0"/>
                          <a:ea typeface="微软雅黑" panose="020B0503020204020204" pitchFamily="34" charset="-122"/>
                          <a:cs typeface="Calibri" panose="020F0502020204030204" charset="0"/>
                        </a:rPr>
                        <a:t>manual operation</a:t>
                      </a:r>
                    </a:p>
                  </a:txBody>
                  <a:tcPr marL="58800" marR="58800" marT="0" marB="0" anchor="ctr">
                    <a:lnL w="28575"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chemeClr val="bg1"/>
                    </a:solidFill>
                  </a:tcPr>
                </a:tc>
                <a:tc>
                  <a:txBody>
                    <a:bodyPr/>
                    <a:lstStyle/>
                    <a:p>
                      <a:pPr algn="ctr">
                        <a:spcAft>
                          <a:spcPts val="0"/>
                        </a:spcAft>
                      </a:pPr>
                      <a:r>
                        <a:rPr lang="zh-CN" altLang="en-US" sz="900" b="0" kern="100" dirty="0" smtClean="0">
                          <a:solidFill>
                            <a:srgbClr val="0070C0"/>
                          </a:solidFill>
                          <a:effectLst/>
                          <a:latin typeface="Calibri" panose="020F0502020204030204" charset="0"/>
                          <a:ea typeface="微软雅黑" panose="020B0503020204020204" pitchFamily="34" charset="-122"/>
                          <a:cs typeface="Calibri" panose="020F0502020204030204" charset="0"/>
                        </a:rPr>
                        <a:t>Easy to operate, handheld or automated</a:t>
                      </a:r>
                    </a:p>
                  </a:txBody>
                  <a:tcPr marL="58800" marR="58800" marT="0" marB="0"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chemeClr val="bg1"/>
                    </a:solidFill>
                  </a:tcPr>
                </a:tc>
                <a:tc>
                  <a:txBody>
                    <a:bodyPr/>
                    <a:lstStyle/>
                    <a:p>
                      <a:pPr algn="ctr">
                        <a:spcAft>
                          <a:spcPts val="0"/>
                        </a:spcAft>
                      </a:pPr>
                      <a:r>
                        <a:rPr lang="zh-CN" altLang="en-US" sz="900" b="0" kern="100" dirty="0" smtClean="0">
                          <a:solidFill>
                            <a:srgbClr val="0070C0"/>
                          </a:solidFill>
                          <a:effectLst/>
                          <a:latin typeface="Calibri" panose="020F0502020204030204" charset="0"/>
                          <a:ea typeface="微软雅黑" panose="020B0503020204020204" pitchFamily="34" charset="-122"/>
                          <a:cs typeface="Calibri" panose="020F0502020204030204" charset="0"/>
                        </a:rPr>
                        <a:t>The process is complex and requires high requirements on operators</a:t>
                      </a:r>
                    </a:p>
                  </a:txBody>
                  <a:tcPr marL="58800" marR="58800" marT="0" marB="0"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chemeClr val="bg1"/>
                    </a:solidFill>
                  </a:tcPr>
                </a:tc>
                <a:tc>
                  <a:txBody>
                    <a:bodyPr/>
                    <a:lstStyle/>
                    <a:p>
                      <a:pPr algn="ctr">
                        <a:spcAft>
                          <a:spcPts val="0"/>
                        </a:spcAft>
                      </a:pPr>
                      <a:r>
                        <a:rPr lang="zh-CN" altLang="en-US" sz="900" b="0" kern="100" dirty="0" smtClean="0">
                          <a:solidFill>
                            <a:srgbClr val="0070C0"/>
                          </a:solidFill>
                          <a:effectLst/>
                          <a:latin typeface="Calibri" panose="020F0502020204030204" charset="0"/>
                          <a:ea typeface="微软雅黑" panose="020B0503020204020204" pitchFamily="34" charset="-122"/>
                          <a:cs typeface="Calibri" panose="020F0502020204030204" charset="0"/>
                        </a:rPr>
                        <a:t>It is labor intensive and requires protective measures.</a:t>
                      </a:r>
                    </a:p>
                  </a:txBody>
                  <a:tcPr marL="58800" marR="58800" marT="0" marB="0"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chemeClr val="bg1"/>
                    </a:solidFill>
                  </a:tcPr>
                </a:tc>
                <a:tc>
                  <a:txBody>
                    <a:bodyPr/>
                    <a:lstStyle/>
                    <a:p>
                      <a:pPr algn="ctr">
                        <a:spcAft>
                          <a:spcPts val="0"/>
                        </a:spcAft>
                      </a:pPr>
                      <a:r>
                        <a:rPr lang="zh-CN" altLang="en-US" sz="900" b="0" kern="100" dirty="0" smtClean="0">
                          <a:solidFill>
                            <a:srgbClr val="0070C0"/>
                          </a:solidFill>
                          <a:effectLst/>
                          <a:latin typeface="Calibri" panose="020F0502020204030204" charset="0"/>
                          <a:ea typeface="微软雅黑" panose="020B0503020204020204" pitchFamily="34" charset="-122"/>
                          <a:cs typeface="Calibri" panose="020F0502020204030204" charset="0"/>
                        </a:rPr>
                        <a:t>Easy to operate, handheld or automated</a:t>
                      </a:r>
                    </a:p>
                  </a:txBody>
                  <a:tcPr marL="58800" marR="58800" marT="0" marB="0" anchor="ctr">
                    <a:lnL w="12700" cap="flat" cmpd="sng" algn="ctr">
                      <a:solidFill>
                        <a:srgbClr val="0070C0"/>
                      </a:solidFill>
                      <a:prstDash val="solid"/>
                      <a:round/>
                      <a:headEnd type="none" w="med" len="med"/>
                      <a:tailEnd type="none" w="med" len="med"/>
                    </a:lnL>
                    <a:lnR w="28575"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bl>
          </a:graphicData>
        </a:graphic>
      </p:graphicFrame>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28"/>
          <p:cNvSpPr/>
          <p:nvPr/>
        </p:nvSpPr>
        <p:spPr>
          <a:xfrm>
            <a:off x="0" y="0"/>
            <a:ext cx="1043939" cy="532128"/>
          </a:xfrm>
          <a:prstGeom prst="rect">
            <a:avLst/>
          </a:prstGeom>
          <a:solidFill>
            <a:srgbClr val="0263B2"/>
          </a:solidFill>
        </p:spPr>
        <p:txBody>
          <a:bodyPr vert="horz" wrap="square" lIns="0" tIns="0" rIns="0" bIns="0"/>
          <a:lstStyle/>
          <a:p>
            <a:pPr algn="l" rtl="0" eaLnBrk="0">
              <a:lnSpc>
                <a:spcPct val="107000"/>
              </a:lnSpc>
            </a:pPr>
            <a:endParaRPr lang="x-none" altLang="x-none" sz="900" dirty="0"/>
          </a:p>
          <a:p>
            <a:pPr marL="363855" algn="l" rtl="0" eaLnBrk="0">
              <a:lnSpc>
                <a:spcPct val="84000"/>
              </a:lnSpc>
              <a:spcBef>
                <a:spcPts val="5"/>
              </a:spcBef>
            </a:pPr>
            <a:r>
              <a:rPr lang="en-US" sz="1800" spc="30" dirty="0" smtClean="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02</a:t>
            </a:r>
            <a:endParaRPr lang="x-none" altLang="x-none" sz="1800" dirty="0"/>
          </a:p>
        </p:txBody>
      </p:sp>
      <p:sp>
        <p:nvSpPr>
          <p:cNvPr id="9" name="textbox 51"/>
          <p:cNvSpPr/>
          <p:nvPr/>
        </p:nvSpPr>
        <p:spPr>
          <a:xfrm>
            <a:off x="1143000" y="0"/>
            <a:ext cx="3573780" cy="231140"/>
          </a:xfrm>
          <a:prstGeom prst="rect">
            <a:avLst/>
          </a:prstGeom>
        </p:spPr>
        <p:txBody>
          <a:bodyPr vert="horz" wrap="square" lIns="0" tIns="0" rIns="0" bIns="0"/>
          <a:lstStyle/>
          <a:p>
            <a:pPr algn="l" rtl="0" eaLnBrk="0">
              <a:lnSpc>
                <a:spcPct val="77000"/>
              </a:lnSpc>
            </a:pPr>
            <a:endParaRPr lang="x-none" altLang="x-none" sz="100" dirty="0"/>
          </a:p>
          <a:p>
            <a:pPr marL="12700" algn="l" rtl="0" eaLnBrk="0">
              <a:lnSpc>
                <a:spcPct val="97000"/>
              </a:lnSpc>
            </a:pPr>
            <a:r>
              <a:rPr sz="1800" spc="-10" dirty="0" smtClean="0">
                <a:solidFill>
                  <a:srgbClr val="0263B2">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Advantages of laser cleaning-cleaning ability</a:t>
            </a:r>
          </a:p>
        </p:txBody>
      </p:sp>
      <p:graphicFrame>
        <p:nvGraphicFramePr>
          <p:cNvPr id="4" name="表格 3"/>
          <p:cNvGraphicFramePr>
            <a:graphicFrameLocks noGrp="1"/>
          </p:cNvGraphicFramePr>
          <p:nvPr/>
        </p:nvGraphicFramePr>
        <p:xfrm>
          <a:off x="640205" y="1276337"/>
          <a:ext cx="7863590" cy="2885918"/>
        </p:xfrm>
        <a:graphic>
          <a:graphicData uri="http://schemas.openxmlformats.org/drawingml/2006/table">
            <a:tbl>
              <a:tblPr/>
              <a:tblGrid>
                <a:gridCol w="1220936">
                  <a:extLst>
                    <a:ext uri="{9D8B030D-6E8A-4147-A177-3AD203B41FA5}">
                      <a16:colId xmlns:a16="http://schemas.microsoft.com/office/drawing/2014/main" val="20000"/>
                    </a:ext>
                  </a:extLst>
                </a:gridCol>
                <a:gridCol w="1220936">
                  <a:extLst>
                    <a:ext uri="{9D8B030D-6E8A-4147-A177-3AD203B41FA5}">
                      <a16:colId xmlns:a16="http://schemas.microsoft.com/office/drawing/2014/main" val="20001"/>
                    </a:ext>
                  </a:extLst>
                </a:gridCol>
                <a:gridCol w="1224751">
                  <a:extLst>
                    <a:ext uri="{9D8B030D-6E8A-4147-A177-3AD203B41FA5}">
                      <a16:colId xmlns:a16="http://schemas.microsoft.com/office/drawing/2014/main" val="20002"/>
                    </a:ext>
                  </a:extLst>
                </a:gridCol>
                <a:gridCol w="1633002">
                  <a:extLst>
                    <a:ext uri="{9D8B030D-6E8A-4147-A177-3AD203B41FA5}">
                      <a16:colId xmlns:a16="http://schemas.microsoft.com/office/drawing/2014/main" val="20003"/>
                    </a:ext>
                  </a:extLst>
                </a:gridCol>
                <a:gridCol w="1022533">
                  <a:extLst>
                    <a:ext uri="{9D8B030D-6E8A-4147-A177-3AD203B41FA5}">
                      <a16:colId xmlns:a16="http://schemas.microsoft.com/office/drawing/2014/main" val="20004"/>
                    </a:ext>
                  </a:extLst>
                </a:gridCol>
                <a:gridCol w="1541432">
                  <a:extLst>
                    <a:ext uri="{9D8B030D-6E8A-4147-A177-3AD203B41FA5}">
                      <a16:colId xmlns:a16="http://schemas.microsoft.com/office/drawing/2014/main" val="20005"/>
                    </a:ext>
                  </a:extLst>
                </a:gridCol>
              </a:tblGrid>
              <a:tr h="206133">
                <a:tc gridSpan="6">
                  <a:txBody>
                    <a:bodyPr/>
                    <a:lstStyle/>
                    <a:p>
                      <a:pPr algn="ctr" fontAlgn="ctr"/>
                      <a:r>
                        <a:rPr lang="zh-CN" altLang="en-US" sz="1300" b="1" i="0" u="none" strike="noStrike" dirty="0" smtClean="0">
                          <a:solidFill>
                            <a:schemeClr val="bg1"/>
                          </a:solidFill>
                          <a:effectLst/>
                          <a:latin typeface="Calibri" panose="020F0502020204030204" charset="0"/>
                          <a:cs typeface="Calibri" panose="020F0502020204030204" charset="0"/>
                        </a:rPr>
                        <a:t>cleaning ability</a:t>
                      </a:r>
                    </a:p>
                  </a:txBody>
                  <a:tcPr marL="11452" marR="11452" marT="1145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hMerge="1">
                  <a:txBody>
                    <a:bodyPr/>
                    <a:lstStyle/>
                    <a:p>
                      <a:endParaRPr lang="zh-CN"/>
                    </a:p>
                  </a:txBody>
                  <a:tcPr marL="11452" marR="11452" marT="1145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hMerge="1">
                  <a:txBody>
                    <a:bodyPr/>
                    <a:lstStyle/>
                    <a:p>
                      <a:endParaRPr lang="zh-CN"/>
                    </a:p>
                  </a:txBody>
                  <a:tcPr marL="11452" marR="11452" marT="1145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hMerge="1">
                  <a:txBody>
                    <a:bodyPr/>
                    <a:lstStyle/>
                    <a:p>
                      <a:endParaRPr lang="zh-CN"/>
                    </a:p>
                  </a:txBody>
                  <a:tcPr marL="11452" marR="11452" marT="1145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hMerge="1">
                  <a:txBody>
                    <a:bodyPr/>
                    <a:lstStyle/>
                    <a:p>
                      <a:endParaRPr lang="zh-CN"/>
                    </a:p>
                  </a:txBody>
                  <a:tcPr marL="11452" marR="11452" marT="1145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hMerge="1">
                  <a:txBody>
                    <a:bodyPr/>
                    <a:lstStyle/>
                    <a:p>
                      <a:endParaRPr lang="zh-CN"/>
                    </a:p>
                  </a:txBody>
                  <a:tcPr marL="11452" marR="11452" marT="1145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extLst>
                  <a:ext uri="{0D108BD9-81ED-4DB2-BD59-A6C34878D82A}">
                    <a16:rowId xmlns:a16="http://schemas.microsoft.com/office/drawing/2014/main" val="10000"/>
                  </a:ext>
                </a:extLst>
              </a:tr>
              <a:tr h="206133">
                <a:tc>
                  <a:txBody>
                    <a:bodyPr/>
                    <a:lstStyle/>
                    <a:p>
                      <a:pPr algn="ctr" fontAlgn="ctr"/>
                      <a:r>
                        <a:rPr lang="en-US" altLang="zh-CN" sz="1200" b="1" i="0" u="none" strike="noStrike" dirty="0">
                          <a:solidFill>
                            <a:srgbClr val="757100"/>
                          </a:solidFill>
                          <a:effectLst/>
                          <a:latin typeface="Calibri" panose="020F0502020204030204" charset="0"/>
                          <a:ea typeface="宋体" panose="02010600030101010101" pitchFamily="2" charset="-122"/>
                          <a:cs typeface="Calibri" panose="020F0502020204030204" charset="0"/>
                        </a:rPr>
                        <a:t>power/</a:t>
                      </a:r>
                      <a:r>
                        <a:rPr lang="en-US" sz="1200" b="1" i="0" u="none" strike="noStrike" dirty="0">
                          <a:solidFill>
                            <a:srgbClr val="757100"/>
                          </a:solidFill>
                          <a:effectLst/>
                          <a:latin typeface="Calibri" panose="020F0502020204030204" charset="0"/>
                          <a:ea typeface="宋体" panose="02010600030101010101" pitchFamily="2" charset="-122"/>
                          <a:cs typeface="Calibri" panose="020F0502020204030204" charset="0"/>
                        </a:rPr>
                        <a:t>w</a:t>
                      </a:r>
                      <a:endParaRPr lang="en-US" sz="1300" b="1" i="0" u="none" strike="noStrike" dirty="0">
                        <a:solidFill>
                          <a:srgbClr val="000000"/>
                        </a:solidFill>
                        <a:effectLst/>
                        <a:latin typeface="Calibri" panose="020F0502020204030204" charset="0"/>
                        <a:cs typeface="Calibri" panose="020F0502020204030204" charset="0"/>
                      </a:endParaRPr>
                    </a:p>
                  </a:txBody>
                  <a:tcPr marL="11452" marR="11452" marT="1145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FD04"/>
                    </a:solidFill>
                  </a:tcPr>
                </a:tc>
                <a:tc>
                  <a:txBody>
                    <a:bodyPr/>
                    <a:lstStyle/>
                    <a:p>
                      <a:pPr algn="ctr" fontAlgn="ctr"/>
                      <a:r>
                        <a:rPr lang="en-US" altLang="zh-CN" sz="1200" b="1" i="0" u="none" strike="noStrike">
                          <a:solidFill>
                            <a:srgbClr val="655800"/>
                          </a:solidFill>
                          <a:effectLst/>
                          <a:latin typeface="Calibri" panose="020F0502020204030204" charset="0"/>
                          <a:ea typeface="宋体" panose="02010600030101010101" pitchFamily="2" charset="-122"/>
                          <a:cs typeface="Calibri" panose="020F0502020204030204" charset="0"/>
                        </a:rPr>
                        <a:t>material</a:t>
                      </a:r>
                    </a:p>
                  </a:txBody>
                  <a:tcPr marL="11452" marR="11452" marT="1145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FD05"/>
                    </a:solidFill>
                  </a:tcPr>
                </a:tc>
                <a:tc>
                  <a:txBody>
                    <a:bodyPr/>
                    <a:lstStyle/>
                    <a:p>
                      <a:pPr algn="ctr" fontAlgn="ctr"/>
                      <a:r>
                        <a:rPr lang="en-US" altLang="zh-CN" sz="1200" b="1" i="0" u="none" strike="noStrike">
                          <a:solidFill>
                            <a:srgbClr val="676000"/>
                          </a:solidFill>
                          <a:effectLst/>
                          <a:latin typeface="Calibri" panose="020F0502020204030204" charset="0"/>
                          <a:ea typeface="宋体" panose="02010600030101010101" pitchFamily="2" charset="-122"/>
                          <a:cs typeface="Calibri" panose="020F0502020204030204" charset="0"/>
                        </a:rPr>
                        <a:t>cleaning speed</a:t>
                      </a:r>
                    </a:p>
                  </a:txBody>
                  <a:tcPr marL="11452" marR="11452" marT="1145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FD06"/>
                    </a:solidFill>
                  </a:tcPr>
                </a:tc>
                <a:tc>
                  <a:txBody>
                    <a:bodyPr/>
                    <a:lstStyle/>
                    <a:p>
                      <a:pPr algn="ctr" fontAlgn="ctr"/>
                      <a:r>
                        <a:rPr sz="1200" b="1" i="0" u="none" strike="noStrike" dirty="0">
                          <a:solidFill>
                            <a:srgbClr val="5C5600"/>
                          </a:solidFill>
                          <a:effectLst/>
                          <a:latin typeface="Calibri" panose="020F0502020204030204" charset="0"/>
                          <a:ea typeface="宋体" panose="02010600030101010101" pitchFamily="2" charset="-122"/>
                          <a:cs typeface="Calibri" panose="020F0502020204030204" charset="0"/>
                        </a:rPr>
                        <a:t>Effective beam/cleaning range</a:t>
                      </a:r>
                    </a:p>
                  </a:txBody>
                  <a:tcPr marL="11452" marR="11452" marT="1145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FD06"/>
                    </a:solidFill>
                  </a:tcPr>
                </a:tc>
                <a:tc>
                  <a:txBody>
                    <a:bodyPr/>
                    <a:lstStyle/>
                    <a:p>
                      <a:pPr algn="ctr" fontAlgn="ctr"/>
                      <a:r>
                        <a:rPr lang="zh-CN" altLang="en-US" sz="1200" b="1">
                          <a:solidFill>
                            <a:srgbClr val="655E00"/>
                          </a:solidFill>
                          <a:effectLst/>
                          <a:latin typeface="Calibri" panose="020F0502020204030204" charset="0"/>
                          <a:ea typeface="宋体" panose="02010600030101010101" pitchFamily="2" charset="-122"/>
                          <a:cs typeface="Calibri" panose="020F0502020204030204" charset="0"/>
                          <a:sym typeface="+mn-ea"/>
                        </a:rPr>
                        <a:t>depth of cleaning</a:t>
                      </a:r>
                    </a:p>
                  </a:txBody>
                  <a:tcPr marL="11452" marR="11452" marT="1145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FD06"/>
                    </a:solidFill>
                  </a:tcPr>
                </a:tc>
                <a:tc>
                  <a:txBody>
                    <a:bodyPr/>
                    <a:lstStyle/>
                    <a:p>
                      <a:pPr algn="ctr" fontAlgn="ctr"/>
                      <a:r>
                        <a:rPr sz="1200" b="1" i="0" u="none" strike="noStrike" dirty="0">
                          <a:solidFill>
                            <a:srgbClr val="6D6900"/>
                          </a:solidFill>
                          <a:effectLst/>
                          <a:latin typeface="Calibri" panose="020F0502020204030204" charset="0"/>
                          <a:ea typeface="宋体" panose="02010600030101010101" pitchFamily="2" charset="-122"/>
                          <a:cs typeface="Calibri" panose="020F0502020204030204" charset="0"/>
                        </a:rPr>
                        <a:t>Cleaning efficiency (square/H)</a:t>
                      </a:r>
                    </a:p>
                  </a:txBody>
                  <a:tcPr marL="11452" marR="11452" marT="1145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FD05"/>
                    </a:solidFill>
                  </a:tcPr>
                </a:tc>
                <a:extLst>
                  <a:ext uri="{0D108BD9-81ED-4DB2-BD59-A6C34878D82A}">
                    <a16:rowId xmlns:a16="http://schemas.microsoft.com/office/drawing/2014/main" val="10001"/>
                  </a:ext>
                </a:extLst>
              </a:tr>
              <a:tr h="206133">
                <a:tc>
                  <a:txBody>
                    <a:bodyPr/>
                    <a:lstStyle/>
                    <a:p>
                      <a:pPr algn="ctr" fontAlgn="b"/>
                      <a:r>
                        <a:rPr lang="en-US" altLang="zh-CN" sz="1200" b="0" i="0" u="none" strike="noStrike">
                          <a:solidFill>
                            <a:srgbClr val="000000"/>
                          </a:solidFill>
                          <a:effectLst/>
                          <a:latin typeface="Calibri" panose="020F0502020204030204" charset="0"/>
                          <a:ea typeface="宋体" panose="02010600030101010101" pitchFamily="2" charset="-122"/>
                          <a:cs typeface="Calibri" panose="020F0502020204030204" charset="0"/>
                        </a:rPr>
                        <a:t>1500</a:t>
                      </a:r>
                    </a:p>
                  </a:txBody>
                  <a:tcPr marL="11452" marR="11452" marT="1145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altLang="zh-CN" sz="1200" b="0" i="0" u="none" strike="noStrike">
                          <a:solidFill>
                            <a:srgbClr val="000000"/>
                          </a:solidFill>
                          <a:effectLst/>
                          <a:latin typeface="Calibri" panose="020F0502020204030204" charset="0"/>
                          <a:ea typeface="宋体" panose="02010600030101010101" pitchFamily="2" charset="-122"/>
                          <a:cs typeface="Calibri" panose="020F0502020204030204" charset="0"/>
                        </a:rPr>
                        <a:t>floating </a:t>
                      </a:r>
                      <a:r>
                        <a:rPr lang="zh-CN" altLang="en-US" sz="1200" b="0" i="0" u="none" strike="noStrike">
                          <a:solidFill>
                            <a:srgbClr val="000000"/>
                          </a:solidFill>
                          <a:effectLst/>
                          <a:latin typeface="Calibri" panose="020F0502020204030204" charset="0"/>
                          <a:ea typeface="宋体" panose="02010600030101010101" pitchFamily="2" charset="-122"/>
                          <a:cs typeface="Calibri" panose="020F0502020204030204" charset="0"/>
                        </a:rPr>
                        <a:t>rust</a:t>
                      </a:r>
                    </a:p>
                  </a:txBody>
                  <a:tcPr marL="11452" marR="11452" marT="1145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200" b="0" i="0" u="none" strike="noStrike" dirty="0">
                          <a:solidFill>
                            <a:srgbClr val="000000"/>
                          </a:solidFill>
                          <a:effectLst/>
                          <a:latin typeface="Calibri" panose="020F0502020204030204" charset="0"/>
                          <a:ea typeface="宋体" panose="02010600030101010101" pitchFamily="2" charset="-122"/>
                          <a:cs typeface="Calibri" panose="020F0502020204030204" charset="0"/>
                        </a:rPr>
                        <a:t>50mm/S</a:t>
                      </a:r>
                    </a:p>
                  </a:txBody>
                  <a:tcPr marL="11452" marR="11452" marT="1145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200" b="0" i="0" u="none" strike="noStrike" dirty="0" smtClean="0">
                          <a:solidFill>
                            <a:srgbClr val="000000"/>
                          </a:solidFill>
                          <a:effectLst/>
                          <a:latin typeface="Calibri" panose="020F0502020204030204" charset="0"/>
                          <a:ea typeface="宋体" panose="02010600030101010101" pitchFamily="2" charset="-122"/>
                          <a:cs typeface="Calibri" panose="020F0502020204030204" charset="0"/>
                        </a:rPr>
                        <a:t>300mm</a:t>
                      </a:r>
                    </a:p>
                  </a:txBody>
                  <a:tcPr marL="11452" marR="11452" marT="1145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200" b="0" i="0" u="none" strike="noStrike">
                          <a:solidFill>
                            <a:srgbClr val="000000"/>
                          </a:solidFill>
                          <a:effectLst/>
                          <a:latin typeface="Calibri" panose="020F0502020204030204" charset="0"/>
                          <a:ea typeface="宋体" panose="02010600030101010101" pitchFamily="2" charset="-122"/>
                          <a:cs typeface="Calibri" panose="020F0502020204030204" charset="0"/>
                        </a:rPr>
                        <a:t>20um</a:t>
                      </a:r>
                    </a:p>
                  </a:txBody>
                  <a:tcPr marL="11452" marR="11452" marT="1145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altLang="zh-CN" sz="1200" b="0" i="0" u="none" strike="noStrike">
                          <a:solidFill>
                            <a:srgbClr val="000000"/>
                          </a:solidFill>
                          <a:effectLst/>
                          <a:latin typeface="Calibri" panose="020F0502020204030204" charset="0"/>
                          <a:ea typeface="宋体" panose="02010600030101010101" pitchFamily="2" charset="-122"/>
                          <a:cs typeface="Calibri" panose="020F0502020204030204" charset="0"/>
                        </a:rPr>
                        <a:t>15</a:t>
                      </a:r>
                    </a:p>
                  </a:txBody>
                  <a:tcPr marL="11452" marR="11452" marT="1145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205740">
                <a:tc>
                  <a:txBody>
                    <a:bodyPr/>
                    <a:lstStyle/>
                    <a:p>
                      <a:pPr algn="ctr" fontAlgn="b"/>
                      <a:r>
                        <a:rPr lang="en-US" altLang="zh-CN" sz="1200" b="0" i="0" u="none" strike="noStrike">
                          <a:solidFill>
                            <a:srgbClr val="000000"/>
                          </a:solidFill>
                          <a:effectLst/>
                          <a:latin typeface="Calibri" panose="020F0502020204030204" charset="0"/>
                          <a:ea typeface="宋体" panose="02010600030101010101" pitchFamily="2" charset="-122"/>
                          <a:cs typeface="Calibri" panose="020F0502020204030204" charset="0"/>
                        </a:rPr>
                        <a:t>1500</a:t>
                      </a:r>
                    </a:p>
                  </a:txBody>
                  <a:tcPr marL="11452" marR="11452" marT="1145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200" b="0" i="0" u="none" strike="noStrike">
                          <a:solidFill>
                            <a:srgbClr val="000000"/>
                          </a:solidFill>
                          <a:effectLst/>
                          <a:latin typeface="Calibri" panose="020F0502020204030204" charset="0"/>
                          <a:ea typeface="宋体" panose="02010600030101010101" pitchFamily="2" charset="-122"/>
                          <a:cs typeface="Calibri" panose="020F0502020204030204" charset="0"/>
                        </a:rPr>
                        <a:t>paint</a:t>
                      </a:r>
                    </a:p>
                  </a:txBody>
                  <a:tcPr marL="11452" marR="11452" marT="1145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charset="0"/>
                          <a:ea typeface="宋体" panose="02010600030101010101" pitchFamily="2" charset="-122"/>
                          <a:cs typeface="Calibri" panose="020F0502020204030204" charset="0"/>
                        </a:rPr>
                        <a:t>50mm/S</a:t>
                      </a:r>
                    </a:p>
                  </a:txBody>
                  <a:tcPr marL="11452" marR="11452" marT="1145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200" b="0" i="0" u="none" strike="noStrike" dirty="0" smtClean="0">
                          <a:solidFill>
                            <a:srgbClr val="000000"/>
                          </a:solidFill>
                          <a:effectLst/>
                          <a:latin typeface="Calibri" panose="020F0502020204030204" charset="0"/>
                          <a:ea typeface="宋体" panose="02010600030101010101" pitchFamily="2" charset="-122"/>
                          <a:cs typeface="Calibri" panose="020F0502020204030204" charset="0"/>
                        </a:rPr>
                        <a:t>300mm</a:t>
                      </a:r>
                    </a:p>
                  </a:txBody>
                  <a:tcPr marL="11452" marR="11452" marT="1145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200" b="0" i="0" u="none" strike="noStrike">
                          <a:solidFill>
                            <a:srgbClr val="000000"/>
                          </a:solidFill>
                          <a:effectLst/>
                          <a:latin typeface="Calibri" panose="020F0502020204030204" charset="0"/>
                          <a:ea typeface="宋体" panose="02010600030101010101" pitchFamily="2" charset="-122"/>
                          <a:cs typeface="Calibri" panose="020F0502020204030204" charset="0"/>
                        </a:rPr>
                        <a:t>100um</a:t>
                      </a:r>
                    </a:p>
                  </a:txBody>
                  <a:tcPr marL="11452" marR="11452" marT="1145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altLang="zh-CN" sz="1200" b="0" i="0" u="none" strike="noStrike">
                          <a:solidFill>
                            <a:srgbClr val="000000"/>
                          </a:solidFill>
                          <a:effectLst/>
                          <a:latin typeface="Calibri" panose="020F0502020204030204" charset="0"/>
                          <a:ea typeface="宋体" panose="02010600030101010101" pitchFamily="2" charset="-122"/>
                          <a:cs typeface="Calibri" panose="020F0502020204030204" charset="0"/>
                        </a:rPr>
                        <a:t>6</a:t>
                      </a:r>
                    </a:p>
                  </a:txBody>
                  <a:tcPr marL="11452" marR="11452" marT="1145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206133">
                <a:tc>
                  <a:txBody>
                    <a:bodyPr/>
                    <a:lstStyle/>
                    <a:p>
                      <a:pPr algn="ctr" fontAlgn="b"/>
                      <a:r>
                        <a:rPr lang="en-US" altLang="zh-CN" sz="1200" b="0" i="0" u="none" strike="noStrike">
                          <a:solidFill>
                            <a:srgbClr val="000000"/>
                          </a:solidFill>
                          <a:effectLst/>
                          <a:latin typeface="Calibri" panose="020F0502020204030204" charset="0"/>
                          <a:ea typeface="宋体" panose="02010600030101010101" pitchFamily="2" charset="-122"/>
                          <a:cs typeface="Calibri" panose="020F0502020204030204" charset="0"/>
                        </a:rPr>
                        <a:t>1500</a:t>
                      </a:r>
                    </a:p>
                  </a:txBody>
                  <a:tcPr marL="11452" marR="11452" marT="1145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zh-CN" altLang="en-US" sz="1200" b="0" i="0" u="none" strike="noStrike">
                          <a:solidFill>
                            <a:srgbClr val="000000"/>
                          </a:solidFill>
                          <a:effectLst/>
                          <a:latin typeface="Calibri" panose="020F0502020204030204" charset="0"/>
                          <a:ea typeface="宋体" panose="02010600030101010101" pitchFamily="2" charset="-122"/>
                          <a:cs typeface="Calibri" panose="020F0502020204030204" charset="0"/>
                        </a:rPr>
                        <a:t>rust</a:t>
                      </a:r>
                    </a:p>
                  </a:txBody>
                  <a:tcPr marL="11452" marR="11452" marT="1145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200" b="0" i="0" u="none" strike="noStrike">
                          <a:solidFill>
                            <a:srgbClr val="000000"/>
                          </a:solidFill>
                          <a:effectLst/>
                          <a:latin typeface="Calibri" panose="020F0502020204030204" charset="0"/>
                          <a:ea typeface="宋体" panose="02010600030101010101" pitchFamily="2" charset="-122"/>
                          <a:cs typeface="Calibri" panose="020F0502020204030204" charset="0"/>
                        </a:rPr>
                        <a:t>50mm/S</a:t>
                      </a:r>
                    </a:p>
                  </a:txBody>
                  <a:tcPr marL="11452" marR="11452" marT="1145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200" b="0" i="0" u="none" strike="noStrike" dirty="0" smtClean="0">
                          <a:solidFill>
                            <a:srgbClr val="000000"/>
                          </a:solidFill>
                          <a:effectLst/>
                          <a:latin typeface="Calibri" panose="020F0502020204030204" charset="0"/>
                          <a:ea typeface="宋体" panose="02010600030101010101" pitchFamily="2" charset="-122"/>
                          <a:cs typeface="Calibri" panose="020F0502020204030204" charset="0"/>
                        </a:rPr>
                        <a:t>300mm</a:t>
                      </a:r>
                    </a:p>
                  </a:txBody>
                  <a:tcPr marL="11452" marR="11452" marT="1145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200" b="0" i="0" u="none" strike="noStrike">
                          <a:solidFill>
                            <a:srgbClr val="000000"/>
                          </a:solidFill>
                          <a:effectLst/>
                          <a:latin typeface="Calibri" panose="020F0502020204030204" charset="0"/>
                          <a:ea typeface="宋体" panose="02010600030101010101" pitchFamily="2" charset="-122"/>
                          <a:cs typeface="Calibri" panose="020F0502020204030204" charset="0"/>
                        </a:rPr>
                        <a:t>120um</a:t>
                      </a:r>
                    </a:p>
                  </a:txBody>
                  <a:tcPr marL="11452" marR="11452" marT="1145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altLang="zh-CN" sz="1200" b="0" i="0" u="none" strike="noStrike">
                          <a:solidFill>
                            <a:srgbClr val="000000"/>
                          </a:solidFill>
                          <a:effectLst/>
                          <a:latin typeface="Calibri" panose="020F0502020204030204" charset="0"/>
                          <a:ea typeface="宋体" panose="02010600030101010101" pitchFamily="2" charset="-122"/>
                          <a:cs typeface="Calibri" panose="020F0502020204030204" charset="0"/>
                        </a:rPr>
                        <a:t>4</a:t>
                      </a:r>
                    </a:p>
                  </a:txBody>
                  <a:tcPr marL="11452" marR="11452" marT="1145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213004">
                <a:tc gridSpan="6">
                  <a:txBody>
                    <a:bodyPr/>
                    <a:lstStyle/>
                    <a:p>
                      <a:pPr algn="ctr" fontAlgn="t"/>
                      <a:r>
                        <a:rPr lang="zh-CN" altLang="en-US" sz="1300" b="0" i="0" u="none" strike="noStrike">
                          <a:solidFill>
                            <a:srgbClr val="FFFFFF"/>
                          </a:solidFill>
                          <a:effectLst/>
                          <a:latin typeface="Calibri" panose="020F0502020204030204" charset="0"/>
                          <a:ea typeface="宋体" panose="02010600030101010101" pitchFamily="2" charset="-122"/>
                        </a:rPr>
                        <a:t>　</a:t>
                      </a:r>
                    </a:p>
                  </a:txBody>
                  <a:tcPr marL="11452" marR="11452" marT="11452"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EA9DB"/>
                    </a:solidFill>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extLst>
                  <a:ext uri="{0D108BD9-81ED-4DB2-BD59-A6C34878D82A}">
                    <a16:rowId xmlns:a16="http://schemas.microsoft.com/office/drawing/2014/main" val="10005"/>
                  </a:ext>
                </a:extLst>
              </a:tr>
              <a:tr h="215294">
                <a:tc>
                  <a:txBody>
                    <a:bodyPr/>
                    <a:lstStyle/>
                    <a:p>
                      <a:pPr algn="ctr" fontAlgn="b"/>
                      <a:r>
                        <a:rPr lang="en-US" altLang="zh-CN" sz="1200" b="0" i="0" u="none" strike="noStrike">
                          <a:solidFill>
                            <a:srgbClr val="000000"/>
                          </a:solidFill>
                          <a:effectLst/>
                          <a:latin typeface="Calibri" panose="020F0502020204030204" charset="0"/>
                          <a:ea typeface="宋体" panose="02010600030101010101" pitchFamily="2" charset="-122"/>
                          <a:cs typeface="Calibri" panose="020F0502020204030204" charset="0"/>
                        </a:rPr>
                        <a:t>2000</a:t>
                      </a:r>
                    </a:p>
                  </a:txBody>
                  <a:tcPr marL="11452" marR="11452" marT="1145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altLang="zh-CN" sz="1200" b="0" i="0" u="none" strike="noStrike">
                          <a:solidFill>
                            <a:srgbClr val="000000"/>
                          </a:solidFill>
                          <a:effectLst/>
                          <a:latin typeface="Calibri" panose="020F0502020204030204" charset="0"/>
                          <a:ea typeface="宋体" panose="02010600030101010101" pitchFamily="2" charset="-122"/>
                          <a:cs typeface="Calibri" panose="020F0502020204030204" charset="0"/>
                        </a:rPr>
                        <a:t>floating </a:t>
                      </a:r>
                      <a:r>
                        <a:rPr lang="zh-CN" altLang="en-US" sz="1200" b="0" i="0" u="none" strike="noStrike">
                          <a:solidFill>
                            <a:srgbClr val="000000"/>
                          </a:solidFill>
                          <a:effectLst/>
                          <a:latin typeface="Calibri" panose="020F0502020204030204" charset="0"/>
                          <a:ea typeface="宋体" panose="02010600030101010101" pitchFamily="2" charset="-122"/>
                          <a:cs typeface="Calibri" panose="020F0502020204030204" charset="0"/>
                        </a:rPr>
                        <a:t>rust</a:t>
                      </a:r>
                    </a:p>
                  </a:txBody>
                  <a:tcPr marL="11452" marR="11452" marT="1145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200" b="0" i="0" u="none" strike="noStrike">
                          <a:solidFill>
                            <a:srgbClr val="000000"/>
                          </a:solidFill>
                          <a:effectLst/>
                          <a:latin typeface="Calibri" panose="020F0502020204030204" charset="0"/>
                          <a:ea typeface="宋体" panose="02010600030101010101" pitchFamily="2" charset="-122"/>
                          <a:cs typeface="Calibri" panose="020F0502020204030204" charset="0"/>
                        </a:rPr>
                        <a:t>50mm/S</a:t>
                      </a:r>
                    </a:p>
                  </a:txBody>
                  <a:tcPr marL="11452" marR="11452" marT="1145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200" b="0" i="0" u="none" strike="noStrike">
                          <a:solidFill>
                            <a:srgbClr val="000000"/>
                          </a:solidFill>
                          <a:effectLst/>
                          <a:latin typeface="Calibri" panose="020F0502020204030204" charset="0"/>
                          <a:ea typeface="宋体" panose="02010600030101010101" pitchFamily="2" charset="-122"/>
                          <a:cs typeface="Calibri" panose="020F0502020204030204" charset="0"/>
                        </a:rPr>
                        <a:t>300mm</a:t>
                      </a:r>
                    </a:p>
                  </a:txBody>
                  <a:tcPr marL="11452" marR="11452" marT="1145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200" b="0" i="0" u="none" strike="noStrike">
                          <a:solidFill>
                            <a:srgbClr val="000000"/>
                          </a:solidFill>
                          <a:effectLst/>
                          <a:latin typeface="Calibri" panose="020F0502020204030204" charset="0"/>
                          <a:ea typeface="宋体" panose="02010600030101010101" pitchFamily="2" charset="-122"/>
                          <a:cs typeface="Calibri" panose="020F0502020204030204" charset="0"/>
                        </a:rPr>
                        <a:t>20um</a:t>
                      </a:r>
                    </a:p>
                  </a:txBody>
                  <a:tcPr marL="11452" marR="11452" marT="1145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altLang="zh-CN" sz="1200" b="0" i="0" u="none" strike="noStrike">
                          <a:solidFill>
                            <a:srgbClr val="000000"/>
                          </a:solidFill>
                          <a:effectLst/>
                          <a:latin typeface="Calibri" panose="020F0502020204030204" charset="0"/>
                          <a:ea typeface="宋体" panose="02010600030101010101" pitchFamily="2" charset="-122"/>
                          <a:cs typeface="Calibri" panose="020F0502020204030204" charset="0"/>
                        </a:rPr>
                        <a:t>20</a:t>
                      </a:r>
                    </a:p>
                  </a:txBody>
                  <a:tcPr marL="11452" marR="11452" marT="1145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206133">
                <a:tc>
                  <a:txBody>
                    <a:bodyPr/>
                    <a:lstStyle/>
                    <a:p>
                      <a:pPr algn="ctr" fontAlgn="b"/>
                      <a:r>
                        <a:rPr lang="en-US" altLang="zh-CN" sz="1200" b="0" i="0" u="none" strike="noStrike">
                          <a:solidFill>
                            <a:srgbClr val="000000"/>
                          </a:solidFill>
                          <a:effectLst/>
                          <a:latin typeface="Calibri" panose="020F0502020204030204" charset="0"/>
                          <a:ea typeface="宋体" panose="02010600030101010101" pitchFamily="2" charset="-122"/>
                          <a:cs typeface="Calibri" panose="020F0502020204030204" charset="0"/>
                        </a:rPr>
                        <a:t>2000</a:t>
                      </a:r>
                    </a:p>
                  </a:txBody>
                  <a:tcPr marL="11452" marR="11452" marT="1145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200" b="0" i="0" u="none" strike="noStrike">
                          <a:solidFill>
                            <a:srgbClr val="000000"/>
                          </a:solidFill>
                          <a:effectLst/>
                          <a:latin typeface="Calibri" panose="020F0502020204030204" charset="0"/>
                          <a:ea typeface="宋体" panose="02010600030101010101" pitchFamily="2" charset="-122"/>
                          <a:cs typeface="Calibri" panose="020F0502020204030204" charset="0"/>
                        </a:rPr>
                        <a:t>paint</a:t>
                      </a:r>
                    </a:p>
                  </a:txBody>
                  <a:tcPr marL="11452" marR="11452" marT="1145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200" b="0" i="0" u="none" strike="noStrike">
                          <a:solidFill>
                            <a:srgbClr val="000000"/>
                          </a:solidFill>
                          <a:effectLst/>
                          <a:latin typeface="Calibri" panose="020F0502020204030204" charset="0"/>
                          <a:ea typeface="宋体" panose="02010600030101010101" pitchFamily="2" charset="-122"/>
                          <a:cs typeface="Calibri" panose="020F0502020204030204" charset="0"/>
                        </a:rPr>
                        <a:t>50mm/S</a:t>
                      </a:r>
                    </a:p>
                  </a:txBody>
                  <a:tcPr marL="11452" marR="11452" marT="1145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200" b="0" i="0" u="none" strike="noStrike">
                          <a:solidFill>
                            <a:srgbClr val="000000"/>
                          </a:solidFill>
                          <a:effectLst/>
                          <a:latin typeface="Calibri" panose="020F0502020204030204" charset="0"/>
                          <a:ea typeface="宋体" panose="02010600030101010101" pitchFamily="2" charset="-122"/>
                          <a:cs typeface="Calibri" panose="020F0502020204030204" charset="0"/>
                        </a:rPr>
                        <a:t>300mm</a:t>
                      </a:r>
                    </a:p>
                  </a:txBody>
                  <a:tcPr marL="11452" marR="11452" marT="1145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200" b="0" i="0" u="none" strike="noStrike">
                          <a:solidFill>
                            <a:srgbClr val="000000"/>
                          </a:solidFill>
                          <a:effectLst/>
                          <a:latin typeface="Calibri" panose="020F0502020204030204" charset="0"/>
                          <a:ea typeface="宋体" panose="02010600030101010101" pitchFamily="2" charset="-122"/>
                          <a:cs typeface="Calibri" panose="020F0502020204030204" charset="0"/>
                        </a:rPr>
                        <a:t>100um</a:t>
                      </a:r>
                    </a:p>
                  </a:txBody>
                  <a:tcPr marL="11452" marR="11452" marT="1145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altLang="zh-CN" sz="1200" b="0" i="0" u="none" strike="noStrike">
                          <a:solidFill>
                            <a:srgbClr val="000000"/>
                          </a:solidFill>
                          <a:effectLst/>
                          <a:latin typeface="Calibri" panose="020F0502020204030204" charset="0"/>
                          <a:ea typeface="宋体" panose="02010600030101010101" pitchFamily="2" charset="-122"/>
                          <a:cs typeface="Calibri" panose="020F0502020204030204" charset="0"/>
                        </a:rPr>
                        <a:t>8</a:t>
                      </a:r>
                    </a:p>
                  </a:txBody>
                  <a:tcPr marL="11452" marR="11452" marT="1145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r h="206133">
                <a:tc>
                  <a:txBody>
                    <a:bodyPr/>
                    <a:lstStyle/>
                    <a:p>
                      <a:pPr algn="ctr" fontAlgn="b"/>
                      <a:r>
                        <a:rPr lang="en-US" altLang="zh-CN" sz="1200" b="0" i="0" u="none" strike="noStrike">
                          <a:solidFill>
                            <a:srgbClr val="000000"/>
                          </a:solidFill>
                          <a:effectLst/>
                          <a:latin typeface="Calibri" panose="020F0502020204030204" charset="0"/>
                          <a:ea typeface="宋体" panose="02010600030101010101" pitchFamily="2" charset="-122"/>
                          <a:cs typeface="Calibri" panose="020F0502020204030204" charset="0"/>
                        </a:rPr>
                        <a:t>2000</a:t>
                      </a:r>
                    </a:p>
                  </a:txBody>
                  <a:tcPr marL="11452" marR="11452" marT="1145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zh-CN" altLang="en-US" sz="1200" b="0" i="0" u="none" strike="noStrike">
                          <a:solidFill>
                            <a:srgbClr val="000000"/>
                          </a:solidFill>
                          <a:effectLst/>
                          <a:latin typeface="Calibri" panose="020F0502020204030204" charset="0"/>
                          <a:ea typeface="宋体" panose="02010600030101010101" pitchFamily="2" charset="-122"/>
                          <a:cs typeface="Calibri" panose="020F0502020204030204" charset="0"/>
                        </a:rPr>
                        <a:t>rust</a:t>
                      </a:r>
                    </a:p>
                  </a:txBody>
                  <a:tcPr marL="11452" marR="11452" marT="1145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charset="0"/>
                          <a:ea typeface="宋体" panose="02010600030101010101" pitchFamily="2" charset="-122"/>
                          <a:cs typeface="Calibri" panose="020F0502020204030204" charset="0"/>
                        </a:rPr>
                        <a:t>50mm/S</a:t>
                      </a:r>
                    </a:p>
                  </a:txBody>
                  <a:tcPr marL="11452" marR="11452" marT="1145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200" b="0" i="0" u="none" strike="noStrike">
                          <a:solidFill>
                            <a:srgbClr val="000000"/>
                          </a:solidFill>
                          <a:effectLst/>
                          <a:latin typeface="Calibri" panose="020F0502020204030204" charset="0"/>
                          <a:ea typeface="宋体" panose="02010600030101010101" pitchFamily="2" charset="-122"/>
                          <a:cs typeface="Calibri" panose="020F0502020204030204" charset="0"/>
                        </a:rPr>
                        <a:t>300mm</a:t>
                      </a:r>
                    </a:p>
                  </a:txBody>
                  <a:tcPr marL="11452" marR="11452" marT="1145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200" b="0" i="0" u="none" strike="noStrike">
                          <a:solidFill>
                            <a:srgbClr val="000000"/>
                          </a:solidFill>
                          <a:effectLst/>
                          <a:latin typeface="Calibri" panose="020F0502020204030204" charset="0"/>
                          <a:ea typeface="宋体" panose="02010600030101010101" pitchFamily="2" charset="-122"/>
                          <a:cs typeface="Calibri" panose="020F0502020204030204" charset="0"/>
                        </a:rPr>
                        <a:t>120um</a:t>
                      </a:r>
                    </a:p>
                  </a:txBody>
                  <a:tcPr marL="11452" marR="11452" marT="1145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altLang="zh-CN" sz="1200" b="0" i="0" u="none" strike="noStrike">
                          <a:solidFill>
                            <a:srgbClr val="000000"/>
                          </a:solidFill>
                          <a:effectLst/>
                          <a:latin typeface="Calibri" panose="020F0502020204030204" charset="0"/>
                          <a:ea typeface="宋体" panose="02010600030101010101" pitchFamily="2" charset="-122"/>
                          <a:cs typeface="Calibri" panose="020F0502020204030204" charset="0"/>
                        </a:rPr>
                        <a:t>5</a:t>
                      </a:r>
                    </a:p>
                  </a:txBody>
                  <a:tcPr marL="11452" marR="11452" marT="1145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8"/>
                  </a:ext>
                </a:extLst>
              </a:tr>
              <a:tr h="213004">
                <a:tc gridSpan="6">
                  <a:txBody>
                    <a:bodyPr/>
                    <a:lstStyle/>
                    <a:p>
                      <a:pPr algn="ctr" fontAlgn="t"/>
                      <a:r>
                        <a:rPr lang="zh-CN" altLang="en-US" sz="1300" b="0" i="0" u="none" strike="noStrike">
                          <a:solidFill>
                            <a:srgbClr val="FFFFFF"/>
                          </a:solidFill>
                          <a:effectLst/>
                          <a:latin typeface="Calibri" panose="020F0502020204030204" charset="0"/>
                          <a:ea typeface="宋体" panose="02010600030101010101" pitchFamily="2" charset="-122"/>
                        </a:rPr>
                        <a:t>　</a:t>
                      </a:r>
                    </a:p>
                  </a:txBody>
                  <a:tcPr marL="11452" marR="11452" marT="11452"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EA9DB"/>
                    </a:solidFill>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extLst>
                  <a:ext uri="{0D108BD9-81ED-4DB2-BD59-A6C34878D82A}">
                    <a16:rowId xmlns:a16="http://schemas.microsoft.com/office/drawing/2014/main" val="10009"/>
                  </a:ext>
                </a:extLst>
              </a:tr>
              <a:tr h="206133">
                <a:tc>
                  <a:txBody>
                    <a:bodyPr/>
                    <a:lstStyle/>
                    <a:p>
                      <a:pPr algn="ctr" fontAlgn="b"/>
                      <a:r>
                        <a:rPr lang="en-US" altLang="zh-CN" sz="1200" b="0" i="0" u="none" strike="noStrike">
                          <a:solidFill>
                            <a:srgbClr val="000000"/>
                          </a:solidFill>
                          <a:effectLst/>
                          <a:latin typeface="Calibri" panose="020F0502020204030204" charset="0"/>
                          <a:ea typeface="宋体" panose="02010600030101010101" pitchFamily="2" charset="-122"/>
                          <a:cs typeface="Calibri" panose="020F0502020204030204" charset="0"/>
                        </a:rPr>
                        <a:t>3000</a:t>
                      </a:r>
                    </a:p>
                  </a:txBody>
                  <a:tcPr marL="11452" marR="11452" marT="1145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altLang="zh-CN" sz="1200" b="0" i="0" u="none" strike="noStrike">
                          <a:solidFill>
                            <a:srgbClr val="000000"/>
                          </a:solidFill>
                          <a:effectLst/>
                          <a:latin typeface="Calibri" panose="020F0502020204030204" charset="0"/>
                          <a:ea typeface="宋体" panose="02010600030101010101" pitchFamily="2" charset="-122"/>
                          <a:cs typeface="Calibri" panose="020F0502020204030204" charset="0"/>
                        </a:rPr>
                        <a:t>floating </a:t>
                      </a:r>
                      <a:r>
                        <a:rPr lang="zh-CN" altLang="en-US" sz="1200" b="0" i="0" u="none" strike="noStrike">
                          <a:solidFill>
                            <a:srgbClr val="000000"/>
                          </a:solidFill>
                          <a:effectLst/>
                          <a:latin typeface="Calibri" panose="020F0502020204030204" charset="0"/>
                          <a:ea typeface="宋体" panose="02010600030101010101" pitchFamily="2" charset="-122"/>
                          <a:cs typeface="Calibri" panose="020F0502020204030204" charset="0"/>
                        </a:rPr>
                        <a:t>rust</a:t>
                      </a:r>
                    </a:p>
                  </a:txBody>
                  <a:tcPr marL="11452" marR="11452" marT="1145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200" b="0" i="0" u="none" strike="noStrike" dirty="0">
                          <a:solidFill>
                            <a:srgbClr val="000000"/>
                          </a:solidFill>
                          <a:effectLst/>
                          <a:latin typeface="Calibri" panose="020F0502020204030204" charset="0"/>
                          <a:ea typeface="宋体" panose="02010600030101010101" pitchFamily="2" charset="-122"/>
                          <a:cs typeface="Calibri" panose="020F0502020204030204" charset="0"/>
                        </a:rPr>
                        <a:t>50mm/S</a:t>
                      </a:r>
                    </a:p>
                  </a:txBody>
                  <a:tcPr marL="11452" marR="11452" marT="1145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200" b="0" i="0" u="none" strike="noStrike">
                          <a:solidFill>
                            <a:srgbClr val="000000"/>
                          </a:solidFill>
                          <a:effectLst/>
                          <a:latin typeface="Calibri" panose="020F0502020204030204" charset="0"/>
                          <a:ea typeface="宋体" panose="02010600030101010101" pitchFamily="2" charset="-122"/>
                          <a:cs typeface="Calibri" panose="020F0502020204030204" charset="0"/>
                        </a:rPr>
                        <a:t>300mm</a:t>
                      </a:r>
                    </a:p>
                  </a:txBody>
                  <a:tcPr marL="11452" marR="11452" marT="1145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200" b="0" i="0" u="none" strike="noStrike">
                          <a:solidFill>
                            <a:srgbClr val="000000"/>
                          </a:solidFill>
                          <a:effectLst/>
                          <a:latin typeface="Calibri" panose="020F0502020204030204" charset="0"/>
                          <a:ea typeface="宋体" panose="02010600030101010101" pitchFamily="2" charset="-122"/>
                          <a:cs typeface="Calibri" panose="020F0502020204030204" charset="0"/>
                        </a:rPr>
                        <a:t>20um</a:t>
                      </a:r>
                    </a:p>
                  </a:txBody>
                  <a:tcPr marL="11452" marR="11452" marT="1145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altLang="zh-CN" sz="1200" b="0" i="0" u="none" strike="noStrike">
                          <a:solidFill>
                            <a:srgbClr val="000000"/>
                          </a:solidFill>
                          <a:effectLst/>
                          <a:latin typeface="Calibri" panose="020F0502020204030204" charset="0"/>
                          <a:ea typeface="宋体" panose="02010600030101010101" pitchFamily="2" charset="-122"/>
                          <a:cs typeface="Calibri" panose="020F0502020204030204" charset="0"/>
                        </a:rPr>
                        <a:t>30</a:t>
                      </a:r>
                    </a:p>
                  </a:txBody>
                  <a:tcPr marL="11452" marR="11452" marT="1145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0"/>
                  </a:ext>
                </a:extLst>
              </a:tr>
              <a:tr h="215294">
                <a:tc>
                  <a:txBody>
                    <a:bodyPr/>
                    <a:lstStyle/>
                    <a:p>
                      <a:pPr algn="ctr" fontAlgn="b"/>
                      <a:r>
                        <a:rPr lang="en-US" altLang="zh-CN" sz="1200" b="0" i="0" u="none" strike="noStrike">
                          <a:solidFill>
                            <a:srgbClr val="000000"/>
                          </a:solidFill>
                          <a:effectLst/>
                          <a:latin typeface="Calibri" panose="020F0502020204030204" charset="0"/>
                          <a:ea typeface="宋体" panose="02010600030101010101" pitchFamily="2" charset="-122"/>
                          <a:cs typeface="Calibri" panose="020F0502020204030204" charset="0"/>
                        </a:rPr>
                        <a:t>3000</a:t>
                      </a:r>
                    </a:p>
                  </a:txBody>
                  <a:tcPr marL="11452" marR="11452" marT="1145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200" b="0" i="0" u="none" strike="noStrike">
                          <a:solidFill>
                            <a:srgbClr val="000000"/>
                          </a:solidFill>
                          <a:effectLst/>
                          <a:latin typeface="Calibri" panose="020F0502020204030204" charset="0"/>
                          <a:ea typeface="宋体" panose="02010600030101010101" pitchFamily="2" charset="-122"/>
                          <a:cs typeface="Calibri" panose="020F0502020204030204" charset="0"/>
                        </a:rPr>
                        <a:t>paint</a:t>
                      </a:r>
                    </a:p>
                  </a:txBody>
                  <a:tcPr marL="11452" marR="11452" marT="1145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200" b="0" i="0" u="none" strike="noStrike">
                          <a:solidFill>
                            <a:srgbClr val="000000"/>
                          </a:solidFill>
                          <a:effectLst/>
                          <a:latin typeface="Calibri" panose="020F0502020204030204" charset="0"/>
                          <a:ea typeface="宋体" panose="02010600030101010101" pitchFamily="2" charset="-122"/>
                          <a:cs typeface="Calibri" panose="020F0502020204030204" charset="0"/>
                        </a:rPr>
                        <a:t>50mm/S</a:t>
                      </a:r>
                    </a:p>
                  </a:txBody>
                  <a:tcPr marL="11452" marR="11452" marT="1145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200" b="0" i="0" u="none" strike="noStrike">
                          <a:solidFill>
                            <a:srgbClr val="000000"/>
                          </a:solidFill>
                          <a:effectLst/>
                          <a:latin typeface="Calibri" panose="020F0502020204030204" charset="0"/>
                          <a:ea typeface="宋体" panose="02010600030101010101" pitchFamily="2" charset="-122"/>
                          <a:cs typeface="Calibri" panose="020F0502020204030204" charset="0"/>
                        </a:rPr>
                        <a:t>300mm</a:t>
                      </a:r>
                    </a:p>
                  </a:txBody>
                  <a:tcPr marL="11452" marR="11452" marT="1145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200" b="0" i="0" u="none" strike="noStrike">
                          <a:solidFill>
                            <a:srgbClr val="000000"/>
                          </a:solidFill>
                          <a:effectLst/>
                          <a:latin typeface="Calibri" panose="020F0502020204030204" charset="0"/>
                          <a:ea typeface="宋体" panose="02010600030101010101" pitchFamily="2" charset="-122"/>
                          <a:cs typeface="Calibri" panose="020F0502020204030204" charset="0"/>
                        </a:rPr>
                        <a:t>100um</a:t>
                      </a:r>
                    </a:p>
                  </a:txBody>
                  <a:tcPr marL="11452" marR="11452" marT="1145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altLang="zh-CN" sz="1200" b="0" i="0" u="none" strike="noStrike">
                          <a:solidFill>
                            <a:srgbClr val="000000"/>
                          </a:solidFill>
                          <a:effectLst/>
                          <a:latin typeface="Calibri" panose="020F0502020204030204" charset="0"/>
                          <a:ea typeface="宋体" panose="02010600030101010101" pitchFamily="2" charset="-122"/>
                          <a:cs typeface="Calibri" panose="020F0502020204030204" charset="0"/>
                        </a:rPr>
                        <a:t>14</a:t>
                      </a:r>
                    </a:p>
                  </a:txBody>
                  <a:tcPr marL="11452" marR="11452" marT="1145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1"/>
                  </a:ext>
                </a:extLst>
              </a:tr>
              <a:tr h="206133">
                <a:tc>
                  <a:txBody>
                    <a:bodyPr/>
                    <a:lstStyle/>
                    <a:p>
                      <a:pPr algn="ctr" fontAlgn="b"/>
                      <a:r>
                        <a:rPr lang="en-US" altLang="zh-CN" sz="1200" b="0" i="0" u="none" strike="noStrike">
                          <a:solidFill>
                            <a:srgbClr val="000000"/>
                          </a:solidFill>
                          <a:effectLst/>
                          <a:latin typeface="Calibri" panose="020F0502020204030204" charset="0"/>
                          <a:ea typeface="宋体" panose="02010600030101010101" pitchFamily="2" charset="-122"/>
                          <a:cs typeface="Calibri" panose="020F0502020204030204" charset="0"/>
                        </a:rPr>
                        <a:t>3000</a:t>
                      </a:r>
                    </a:p>
                  </a:txBody>
                  <a:tcPr marL="11452" marR="11452" marT="1145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zh-CN" altLang="en-US" sz="1200" b="0" i="0" u="none" strike="noStrike">
                          <a:solidFill>
                            <a:srgbClr val="000000"/>
                          </a:solidFill>
                          <a:effectLst/>
                          <a:latin typeface="Calibri" panose="020F0502020204030204" charset="0"/>
                          <a:ea typeface="宋体" panose="02010600030101010101" pitchFamily="2" charset="-122"/>
                          <a:cs typeface="Calibri" panose="020F0502020204030204" charset="0"/>
                        </a:rPr>
                        <a:t>rust</a:t>
                      </a:r>
                    </a:p>
                  </a:txBody>
                  <a:tcPr marL="11452" marR="11452" marT="1145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200" b="0" i="0" u="none" strike="noStrike">
                          <a:solidFill>
                            <a:srgbClr val="000000"/>
                          </a:solidFill>
                          <a:effectLst/>
                          <a:latin typeface="Calibri" panose="020F0502020204030204" charset="0"/>
                          <a:ea typeface="宋体" panose="02010600030101010101" pitchFamily="2" charset="-122"/>
                          <a:cs typeface="Calibri" panose="020F0502020204030204" charset="0"/>
                        </a:rPr>
                        <a:t>50mm/S</a:t>
                      </a:r>
                    </a:p>
                  </a:txBody>
                  <a:tcPr marL="11452" marR="11452" marT="1145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200" b="0" i="0" u="none" strike="noStrike">
                          <a:solidFill>
                            <a:srgbClr val="000000"/>
                          </a:solidFill>
                          <a:effectLst/>
                          <a:latin typeface="Calibri" panose="020F0502020204030204" charset="0"/>
                          <a:ea typeface="宋体" panose="02010600030101010101" pitchFamily="2" charset="-122"/>
                          <a:cs typeface="Calibri" panose="020F0502020204030204" charset="0"/>
                        </a:rPr>
                        <a:t>300mm</a:t>
                      </a:r>
                    </a:p>
                  </a:txBody>
                  <a:tcPr marL="11452" marR="11452" marT="1145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200" b="0" i="0" u="none" strike="noStrike">
                          <a:solidFill>
                            <a:srgbClr val="000000"/>
                          </a:solidFill>
                          <a:effectLst/>
                          <a:latin typeface="Calibri" panose="020F0502020204030204" charset="0"/>
                          <a:ea typeface="宋体" panose="02010600030101010101" pitchFamily="2" charset="-122"/>
                          <a:cs typeface="Calibri" panose="020F0502020204030204" charset="0"/>
                        </a:rPr>
                        <a:t>120um</a:t>
                      </a:r>
                    </a:p>
                  </a:txBody>
                  <a:tcPr marL="11452" marR="11452" marT="1145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altLang="zh-CN" sz="1200" b="0" i="0" u="none" strike="noStrike" dirty="0">
                          <a:solidFill>
                            <a:srgbClr val="000000"/>
                          </a:solidFill>
                          <a:effectLst/>
                          <a:latin typeface="Calibri" panose="020F0502020204030204" charset="0"/>
                          <a:ea typeface="宋体" panose="02010600030101010101" pitchFamily="2" charset="-122"/>
                          <a:cs typeface="Calibri" panose="020F0502020204030204" charset="0"/>
                        </a:rPr>
                        <a:t>9</a:t>
                      </a:r>
                    </a:p>
                  </a:txBody>
                  <a:tcPr marL="11452" marR="11452" marT="1145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2"/>
                  </a:ext>
                </a:extLst>
              </a:tr>
            </a:tbl>
          </a:graphicData>
        </a:graphic>
      </p:graphicFrame>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180"/>
          <p:cNvPicPr>
            <a:picLocks noChangeAspect="1"/>
          </p:cNvPicPr>
          <p:nvPr/>
        </p:nvPicPr>
        <p:blipFill>
          <a:blip r:embed="rId4">
            <a:clrChange>
              <a:clrFrom>
                <a:srgbClr val="000000">
                  <a:alpha val="0"/>
                </a:srgbClr>
              </a:clrFrom>
              <a:clrTo>
                <a:srgbClr val="000000">
                  <a:alpha val="0"/>
                </a:srgbClr>
              </a:clrTo>
            </a:clrChange>
          </a:blip>
          <a:stretch>
            <a:fillRect/>
          </a:stretch>
        </p:blipFill>
        <p:spPr>
          <a:xfrm rot="21600000">
            <a:off x="7130289" y="761416"/>
            <a:ext cx="1408937" cy="1721426"/>
          </a:xfrm>
          <a:prstGeom prst="rect">
            <a:avLst/>
          </a:prstGeom>
          <a:effectLst>
            <a:reflection endPos="0" dir="5400000" sy="-100000" algn="bl" rotWithShape="0"/>
          </a:effectLst>
        </p:spPr>
      </p:pic>
      <p:pic>
        <p:nvPicPr>
          <p:cNvPr id="15" name="picture 177"/>
          <p:cNvPicPr>
            <a:picLocks noChangeAspect="1"/>
          </p:cNvPicPr>
          <p:nvPr/>
        </p:nvPicPr>
        <p:blipFill>
          <a:blip r:embed="rId5"/>
          <a:stretch>
            <a:fillRect/>
          </a:stretch>
        </p:blipFill>
        <p:spPr>
          <a:xfrm rot="21600000">
            <a:off x="5441189" y="799517"/>
            <a:ext cx="1423162" cy="2616783"/>
          </a:xfrm>
          <a:prstGeom prst="rect">
            <a:avLst/>
          </a:prstGeom>
        </p:spPr>
      </p:pic>
      <p:sp>
        <p:nvSpPr>
          <p:cNvPr id="7" name="textbox 28"/>
          <p:cNvSpPr/>
          <p:nvPr/>
        </p:nvSpPr>
        <p:spPr>
          <a:xfrm>
            <a:off x="0" y="0"/>
            <a:ext cx="1043939" cy="532128"/>
          </a:xfrm>
          <a:prstGeom prst="rect">
            <a:avLst/>
          </a:prstGeom>
          <a:solidFill>
            <a:srgbClr val="0263B2"/>
          </a:solidFill>
        </p:spPr>
        <p:txBody>
          <a:bodyPr vert="horz" wrap="square" lIns="0" tIns="0" rIns="0" bIns="0"/>
          <a:lstStyle/>
          <a:p>
            <a:pPr algn="l" rtl="0" eaLnBrk="0">
              <a:lnSpc>
                <a:spcPct val="107000"/>
              </a:lnSpc>
            </a:pPr>
            <a:endParaRPr lang="x-none" altLang="x-none" sz="900" dirty="0"/>
          </a:p>
          <a:p>
            <a:pPr marL="363855" algn="l" rtl="0" eaLnBrk="0">
              <a:lnSpc>
                <a:spcPct val="84000"/>
              </a:lnSpc>
              <a:spcBef>
                <a:spcPts val="5"/>
              </a:spcBef>
            </a:pPr>
            <a:r>
              <a:rPr lang="en-US" sz="1800" spc="30" dirty="0" smtClean="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03</a:t>
            </a:r>
            <a:endParaRPr lang="x-none" altLang="x-none" sz="1800" dirty="0"/>
          </a:p>
        </p:txBody>
      </p:sp>
      <p:sp>
        <p:nvSpPr>
          <p:cNvPr id="9" name="textbox 51"/>
          <p:cNvSpPr/>
          <p:nvPr/>
        </p:nvSpPr>
        <p:spPr>
          <a:xfrm>
            <a:off x="1143000" y="124460"/>
            <a:ext cx="3568700" cy="290830"/>
          </a:xfrm>
          <a:prstGeom prst="rect">
            <a:avLst/>
          </a:prstGeom>
        </p:spPr>
        <p:txBody>
          <a:bodyPr vert="horz" wrap="square" lIns="0" tIns="0" rIns="0" bIns="0"/>
          <a:lstStyle/>
          <a:p>
            <a:pPr algn="l" rtl="0" eaLnBrk="0">
              <a:lnSpc>
                <a:spcPct val="77000"/>
              </a:lnSpc>
            </a:pPr>
            <a:endParaRPr lang="x-none" altLang="x-none" sz="100" dirty="0"/>
          </a:p>
          <a:p>
            <a:pPr marL="12700" algn="l" rtl="0" eaLnBrk="0">
              <a:lnSpc>
                <a:spcPct val="97000"/>
              </a:lnSpc>
            </a:pPr>
            <a:r>
              <a:rPr lang="zh-CN" altLang="en-US" spc="-10" dirty="0" smtClean="0">
                <a:solidFill>
                  <a:srgbClr val="0263B2">
                    <a:alpha val="100000"/>
                  </a:srgbClr>
                </a:solidFill>
                <a:latin typeface="微软雅黑" panose="020B0503020204020204" pitchFamily="34" charset="-122"/>
                <a:ea typeface="微软雅黑" panose="020B0503020204020204" pitchFamily="34" charset="-122"/>
                <a:cs typeface="微软雅黑" panose="020B0503020204020204" pitchFamily="34" charset="-122"/>
              </a:rPr>
              <a:t>Equipment usage precautions</a:t>
            </a:r>
          </a:p>
        </p:txBody>
      </p:sp>
      <p:graphicFrame>
        <p:nvGraphicFramePr>
          <p:cNvPr id="6" name="table 169"/>
          <p:cNvGraphicFramePr>
            <a:graphicFrameLocks noGrp="1"/>
          </p:cNvGraphicFramePr>
          <p:nvPr>
            <p:custDataLst>
              <p:tags r:id="rId1"/>
            </p:custDataLst>
          </p:nvPr>
        </p:nvGraphicFramePr>
        <p:xfrm>
          <a:off x="456565" y="2536190"/>
          <a:ext cx="4886960" cy="1000125"/>
        </p:xfrm>
        <a:graphic>
          <a:graphicData uri="http://schemas.openxmlformats.org/drawingml/2006/table">
            <a:tbl>
              <a:tblPr/>
              <a:tblGrid>
                <a:gridCol w="4886960">
                  <a:extLst>
                    <a:ext uri="{9D8B030D-6E8A-4147-A177-3AD203B41FA5}">
                      <a16:colId xmlns:a16="http://schemas.microsoft.com/office/drawing/2014/main" val="20000"/>
                    </a:ext>
                  </a:extLst>
                </a:gridCol>
              </a:tblGrid>
              <a:tr h="1000125">
                <a:tc>
                  <a:txBody>
                    <a:bodyPr/>
                    <a:lstStyle/>
                    <a:p>
                      <a:pPr marL="71755" algn="l" rtl="0" eaLnBrk="0">
                        <a:lnSpc>
                          <a:spcPct val="110000"/>
                        </a:lnSpc>
                      </a:pPr>
                      <a:r>
                        <a:rPr lang="zh-CN" altLang="en-US" sz="900" spc="70" dirty="0" smtClean="0">
                          <a:solidFill>
                            <a:srgbClr val="FF0000">
                              <a:alpha val="100000"/>
                            </a:srgbClr>
                          </a:solidFill>
                          <a:latin typeface="Calibri" panose="020F0502020204030204" charset="0"/>
                          <a:ea typeface="微软雅黑" panose="020B0503020204020204" pitchFamily="34" charset="-122"/>
                          <a:cs typeface="Calibri" panose="020F0502020204030204" charset="0"/>
                        </a:rPr>
                        <a:t>Confirmation of laser focus:</a:t>
                      </a:r>
                    </a:p>
                    <a:p>
                      <a:r>
                        <a:rPr sz="900" dirty="0" smtClean="0">
                          <a:solidFill>
                            <a:schemeClr val="tx1"/>
                          </a:solidFill>
                          <a:latin typeface="Calibri" panose="020F0502020204030204" charset="0"/>
                          <a:ea typeface="微软雅黑" panose="020B0503020204020204" pitchFamily="34" charset="-122"/>
                          <a:cs typeface="Calibri" panose="020F0502020204030204" charset="0"/>
                        </a:rPr>
                        <a:t>1. By scanning back and forth from far to near, the focus is when the sound is the loudest and the sparks are the largest. At this time, cleaning is performed according to this distance, and the laser energy is the strongest. (about 800mm distance)</a:t>
                      </a:r>
                    </a:p>
                    <a:p>
                      <a:r>
                        <a:rPr sz="900" b="0" i="0" u="none" strike="noStrike" kern="1200" baseline="0" dirty="0" smtClean="0">
                          <a:solidFill>
                            <a:schemeClr val="tx1"/>
                          </a:solidFill>
                          <a:latin typeface="Calibri" panose="020F0502020204030204" charset="0"/>
                          <a:ea typeface="微软雅黑" panose="020B0503020204020204" pitchFamily="34" charset="-122"/>
                          <a:cs typeface="Calibri" panose="020F0502020204030204" charset="0"/>
                        </a:rPr>
                        <a:t>2. Please keep the distance between the gun tip and the workpiece surface stable, and keep your hand speed even.</a:t>
                      </a:r>
                    </a:p>
                  </a:txBody>
                  <a:tcPr marL="0" marR="0" marT="0" marB="0">
                    <a:lnL w="9525" cap="flat" cmpd="sng" algn="ctr">
                      <a:solidFill>
                        <a:srgbClr val="0263B2"/>
                      </a:solidFill>
                      <a:prstDash val="solid"/>
                      <a:round/>
                      <a:headEnd type="none" w="med" len="med"/>
                      <a:tailEnd type="none" w="med" len="med"/>
                    </a:lnL>
                    <a:lnR w="9525" cap="flat" cmpd="sng" algn="ctr">
                      <a:solidFill>
                        <a:srgbClr val="0263B2"/>
                      </a:solidFill>
                      <a:prstDash val="solid"/>
                      <a:round/>
                      <a:headEnd type="none" w="med" len="med"/>
                      <a:tailEnd type="none" w="med" len="med"/>
                    </a:lnR>
                    <a:lnT w="9525" cap="flat" cmpd="sng" algn="ctr">
                      <a:solidFill>
                        <a:srgbClr val="0263B2"/>
                      </a:solidFill>
                      <a:prstDash val="solid"/>
                      <a:round/>
                      <a:headEnd type="none" w="med" len="med"/>
                      <a:tailEnd type="none" w="med" len="med"/>
                    </a:lnT>
                    <a:lnB w="9525" cap="flat" cmpd="sng" algn="ctr">
                      <a:solidFill>
                        <a:srgbClr val="0263B2"/>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graphicFrame>
        <p:nvGraphicFramePr>
          <p:cNvPr id="8" name="table 170"/>
          <p:cNvGraphicFramePr>
            <a:graphicFrameLocks noGrp="1"/>
          </p:cNvGraphicFramePr>
          <p:nvPr/>
        </p:nvGraphicFramePr>
        <p:xfrm>
          <a:off x="456692" y="690371"/>
          <a:ext cx="3564163" cy="1855534"/>
        </p:xfrm>
        <a:graphic>
          <a:graphicData uri="http://schemas.openxmlformats.org/drawingml/2006/table">
            <a:tbl>
              <a:tblPr/>
              <a:tblGrid>
                <a:gridCol w="3564163">
                  <a:extLst>
                    <a:ext uri="{9D8B030D-6E8A-4147-A177-3AD203B41FA5}">
                      <a16:colId xmlns:a16="http://schemas.microsoft.com/office/drawing/2014/main" val="20000"/>
                    </a:ext>
                  </a:extLst>
                </a:gridCol>
              </a:tblGrid>
              <a:tr h="1824355">
                <a:tc>
                  <a:txBody>
                    <a:bodyPr/>
                    <a:lstStyle/>
                    <a:p>
                      <a:pPr algn="l" rtl="0" eaLnBrk="0">
                        <a:lnSpc>
                          <a:spcPct val="78000"/>
                        </a:lnSpc>
                      </a:pPr>
                      <a:endParaRPr lang="x-none" altLang="x-none" sz="100" dirty="0">
                        <a:latin typeface="Calibri" panose="020F0502020204030204" charset="0"/>
                        <a:cs typeface="Calibri" panose="020F0502020204030204" charset="0"/>
                      </a:endParaRPr>
                    </a:p>
                    <a:p>
                      <a:pPr marL="100330" indent="5080" algn="l" rtl="0" eaLnBrk="0">
                        <a:lnSpc>
                          <a:spcPct val="168000"/>
                        </a:lnSpc>
                      </a:pPr>
                      <a:r>
                        <a:rPr sz="800" spc="30" dirty="0">
                          <a:solidFill>
                            <a:srgbClr val="FF0000">
                              <a:alpha val="100000"/>
                            </a:srgbClr>
                          </a:solidFill>
                          <a:latin typeface="Calibri" panose="020F0502020204030204" charset="0"/>
                          <a:ea typeface="微软雅黑" panose="020B0503020204020204" pitchFamily="34" charset="-122"/>
                          <a:cs typeface="Calibri" panose="020F0502020204030204" charset="0"/>
                        </a:rPr>
                        <a:t>power supply：  </a:t>
                      </a:r>
                      <a:endParaRPr lang="en-US" sz="800" spc="30" dirty="0" smtClean="0">
                        <a:solidFill>
                          <a:srgbClr val="FF0000">
                            <a:alpha val="100000"/>
                          </a:srgbClr>
                        </a:solidFill>
                        <a:latin typeface="Calibri" panose="020F0502020204030204" charset="0"/>
                        <a:ea typeface="微软雅黑" panose="020B0503020204020204" pitchFamily="34" charset="-122"/>
                        <a:cs typeface="Calibri" panose="020F0502020204030204" charset="0"/>
                      </a:endParaRPr>
                    </a:p>
                    <a:p>
                      <a:pPr marL="100330" indent="5080" algn="l" rtl="0" eaLnBrk="0">
                        <a:lnSpc>
                          <a:spcPct val="168000"/>
                        </a:lnSpc>
                      </a:pPr>
                      <a:r>
                        <a:rPr sz="800" dirty="0" smtClean="0">
                          <a:solidFill>
                            <a:srgbClr val="000000">
                              <a:alpha val="100000"/>
                            </a:srgbClr>
                          </a:solidFill>
                          <a:latin typeface="Calibri" panose="020F0502020204030204" charset="0"/>
                          <a:ea typeface="微软雅黑" panose="020B0503020204020204" pitchFamily="34" charset="-122"/>
                          <a:cs typeface="Calibri" panose="020F0502020204030204" charset="0"/>
                        </a:rPr>
                        <a:t>6 square wire diameter wire power supply, single-phase AC220V50Hz, (3KW laser with 380V voltage), 63A circuit breaker, separately grounded.</a:t>
                      </a:r>
                    </a:p>
                    <a:p>
                      <a:pPr marL="100330" indent="5080" algn="l" rtl="0" eaLnBrk="0">
                        <a:lnSpc>
                          <a:spcPct val="168000"/>
                        </a:lnSpc>
                      </a:pPr>
                      <a:r>
                        <a:rPr sz="800">
                          <a:solidFill>
                            <a:srgbClr val="000000">
                              <a:alpha val="100000"/>
                            </a:srgbClr>
                          </a:solidFill>
                          <a:latin typeface="Calibri" panose="020F0502020204030204" charset="0"/>
                          <a:ea typeface="微软雅黑" panose="020B0503020204020204" pitchFamily="34" charset="-122"/>
                          <a:cs typeface="Calibri" panose="020F0502020204030204" charset="0"/>
                        </a:rPr>
                        <a:t>Note: It cannot be used with the same power busbar as arc welding, high-power pulse welding, and resistance welding, as it may cause interference or damage to the equipment; the grounding resistance must be ≤ 4Ω. If the requirements cannot be met, repeated grounding must be adopted; if on-site laser welding and argon arc When welding is used at the same time, the ground wire cannot be shared. An </a:t>
                      </a:r>
                      <a:r>
                        <a:rPr sz="800" b="1">
                          <a:solidFill>
                            <a:srgbClr val="000000">
                              <a:alpha val="100000"/>
                            </a:srgbClr>
                          </a:solidFill>
                          <a:latin typeface="Calibri" panose="020F0502020204030204" charset="0"/>
                          <a:ea typeface="微软雅黑" panose="020B0503020204020204" pitchFamily="34" charset="-122"/>
                          <a:cs typeface="Calibri" panose="020F0502020204030204" charset="0"/>
                        </a:rPr>
                        <a:t>independent ground wire</a:t>
                      </a:r>
                      <a:r>
                        <a:rPr sz="800">
                          <a:solidFill>
                            <a:srgbClr val="000000">
                              <a:alpha val="100000"/>
                            </a:srgbClr>
                          </a:solidFill>
                          <a:latin typeface="Calibri" panose="020F0502020204030204" charset="0"/>
                          <a:ea typeface="微软雅黑" panose="020B0503020204020204" pitchFamily="34" charset="-122"/>
                          <a:cs typeface="Calibri" panose="020F0502020204030204" charset="0"/>
                        </a:rPr>
                        <a:t> must be used to avoid static electricity.</a:t>
                      </a:r>
                    </a:p>
                  </a:txBody>
                  <a:tcPr marL="0" marR="0" marT="0" marB="0">
                    <a:lnL w="9525" cap="flat" cmpd="sng" algn="ctr">
                      <a:solidFill>
                        <a:srgbClr val="0263B2"/>
                      </a:solidFill>
                      <a:prstDash val="solid"/>
                      <a:round/>
                      <a:headEnd type="none" w="med" len="med"/>
                      <a:tailEnd type="none" w="med" len="med"/>
                    </a:lnL>
                    <a:lnR w="9525" cap="flat" cmpd="sng" algn="ctr">
                      <a:solidFill>
                        <a:srgbClr val="0263B2"/>
                      </a:solidFill>
                      <a:prstDash val="solid"/>
                      <a:round/>
                      <a:headEnd type="none" w="med" len="med"/>
                      <a:tailEnd type="none" w="med" len="med"/>
                    </a:lnR>
                    <a:lnT w="9525" cap="flat" cmpd="sng" algn="ctr">
                      <a:solidFill>
                        <a:srgbClr val="0263B2"/>
                      </a:solidFill>
                      <a:prstDash val="solid"/>
                      <a:round/>
                      <a:headEnd type="none" w="med" len="med"/>
                      <a:tailEnd type="none" w="med" len="med"/>
                    </a:lnT>
                    <a:lnB w="9525" cap="flat" cmpd="sng" algn="ctr">
                      <a:solidFill>
                        <a:srgbClr val="0263B2"/>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bl>
          </a:graphicData>
        </a:graphic>
      </p:graphicFrame>
      <p:graphicFrame>
        <p:nvGraphicFramePr>
          <p:cNvPr id="10" name="table 179"/>
          <p:cNvGraphicFramePr>
            <a:graphicFrameLocks noGrp="1"/>
          </p:cNvGraphicFramePr>
          <p:nvPr/>
        </p:nvGraphicFramePr>
        <p:xfrm>
          <a:off x="5428363" y="690371"/>
          <a:ext cx="1532254" cy="2846249"/>
        </p:xfrm>
        <a:graphic>
          <a:graphicData uri="http://schemas.openxmlformats.org/drawingml/2006/table">
            <a:tbl>
              <a:tblPr/>
              <a:tblGrid>
                <a:gridCol w="1532254">
                  <a:extLst>
                    <a:ext uri="{9D8B030D-6E8A-4147-A177-3AD203B41FA5}">
                      <a16:colId xmlns:a16="http://schemas.microsoft.com/office/drawing/2014/main" val="20000"/>
                    </a:ext>
                  </a:extLst>
                </a:gridCol>
              </a:tblGrid>
              <a:tr h="2846249">
                <a:tc>
                  <a:txBody>
                    <a:bodyPr/>
                    <a:lstStyle/>
                    <a:p>
                      <a:pPr algn="l" rtl="0" eaLnBrk="0">
                        <a:lnSpc>
                          <a:spcPct val="118000"/>
                        </a:lnSpc>
                      </a:pPr>
                      <a:endParaRPr lang="x-none" altLang="x-none" sz="1000" dirty="0">
                        <a:latin typeface="Calibri" panose="020F0502020204030204" charset="0"/>
                        <a:cs typeface="Calibri" panose="020F0502020204030204" charset="0"/>
                      </a:endParaRPr>
                    </a:p>
                    <a:p>
                      <a:pPr algn="l" rtl="0" eaLnBrk="0">
                        <a:lnSpc>
                          <a:spcPct val="118000"/>
                        </a:lnSpc>
                      </a:pPr>
                      <a:endParaRPr lang="x-none" altLang="x-none" sz="1000" dirty="0">
                        <a:latin typeface="Calibri" panose="020F0502020204030204" charset="0"/>
                        <a:cs typeface="Calibri" panose="020F0502020204030204" charset="0"/>
                      </a:endParaRPr>
                    </a:p>
                    <a:p>
                      <a:pPr algn="l" rtl="0" eaLnBrk="0">
                        <a:lnSpc>
                          <a:spcPct val="119000"/>
                        </a:lnSpc>
                      </a:pPr>
                      <a:endParaRPr lang="x-none" altLang="x-none" sz="1000" dirty="0">
                        <a:latin typeface="Calibri" panose="020F0502020204030204" charset="0"/>
                        <a:cs typeface="Calibri" panose="020F0502020204030204" charset="0"/>
                      </a:endParaRPr>
                    </a:p>
                    <a:p>
                      <a:pPr algn="l" rtl="0" eaLnBrk="0">
                        <a:lnSpc>
                          <a:spcPct val="119000"/>
                        </a:lnSpc>
                      </a:pPr>
                      <a:endParaRPr lang="x-none" altLang="x-none" sz="1000" dirty="0">
                        <a:latin typeface="Calibri" panose="020F0502020204030204" charset="0"/>
                        <a:cs typeface="Calibri" panose="020F0502020204030204" charset="0"/>
                      </a:endParaRPr>
                    </a:p>
                    <a:p>
                      <a:pPr marL="98425" indent="1270" algn="l" rtl="0" eaLnBrk="0">
                        <a:lnSpc>
                          <a:spcPct val="167000"/>
                        </a:lnSpc>
                        <a:tabLst>
                          <a:tab pos="179070" algn="l"/>
                        </a:tabLst>
                      </a:pPr>
                      <a:r>
                        <a:rPr sz="900" spc="70" dirty="0" smtClean="0">
                          <a:solidFill>
                            <a:srgbClr val="FF0000">
                              <a:alpha val="100000"/>
                            </a:srgbClr>
                          </a:solidFill>
                          <a:latin typeface="Calibri" panose="020F0502020204030204" charset="0"/>
                          <a:ea typeface="微软雅黑" panose="020B0503020204020204" pitchFamily="34" charset="-122"/>
                          <a:cs typeface="Calibri" panose="020F0502020204030204" charset="0"/>
                        </a:rPr>
                        <a:t>Cleaning gas:</a:t>
                      </a:r>
                    </a:p>
                    <a:p>
                      <a:pPr marL="98425" indent="1270" algn="l" rtl="0" eaLnBrk="0">
                        <a:lnSpc>
                          <a:spcPct val="167000"/>
                        </a:lnSpc>
                        <a:tabLst>
                          <a:tab pos="179070" algn="l"/>
                        </a:tabLst>
                      </a:pPr>
                      <a:r>
                        <a:rPr sz="900" smtClean="0">
                          <a:solidFill>
                            <a:srgbClr val="000000">
                              <a:alpha val="100000"/>
                            </a:srgbClr>
                          </a:solidFill>
                          <a:latin typeface="Calibri" panose="020F0502020204030204" charset="0"/>
                          <a:ea typeface="微软雅黑" panose="020B0503020204020204" pitchFamily="34" charset="-122"/>
                          <a:cs typeface="Calibri" panose="020F0502020204030204" charset="0"/>
                        </a:rPr>
                        <a:t>1. Party A (user) must prepare its own protective gas compressed air not less than 0.5MPa (no oil and water), flow pressure reducing valve (output pressure ≥ 0.5MPa), and flow meter</a:t>
                      </a:r>
                    </a:p>
                    <a:p>
                      <a:pPr marL="98425" indent="1270" algn="l" rtl="0" eaLnBrk="0">
                        <a:lnSpc>
                          <a:spcPct val="167000"/>
                        </a:lnSpc>
                        <a:tabLst>
                          <a:tab pos="179070" algn="l"/>
                        </a:tabLst>
                      </a:pPr>
                      <a:r>
                        <a:rPr sz="900" smtClean="0">
                          <a:solidFill>
                            <a:srgbClr val="000000">
                              <a:alpha val="100000"/>
                            </a:srgbClr>
                          </a:solidFill>
                          <a:latin typeface="Calibri" panose="020F0502020204030204" charset="0"/>
                          <a:ea typeface="微软雅黑" panose="020B0503020204020204" pitchFamily="34" charset="-122"/>
                          <a:cs typeface="Calibri" panose="020F0502020204030204" charset="0"/>
                        </a:rPr>
                        <a:t>2. Other inert gases.</a:t>
                      </a:r>
                    </a:p>
                  </a:txBody>
                  <a:tcPr marL="0" marR="0" marT="0" marB="0">
                    <a:lnL w="9525" cap="flat" cmpd="sng" algn="ctr">
                      <a:solidFill>
                        <a:srgbClr val="0263B2"/>
                      </a:solidFill>
                      <a:prstDash val="solid"/>
                      <a:round/>
                      <a:headEnd type="none" w="med" len="med"/>
                      <a:tailEnd type="none" w="med" len="med"/>
                    </a:lnL>
                    <a:lnR w="9525" cap="flat" cmpd="sng" algn="ctr">
                      <a:solidFill>
                        <a:srgbClr val="0263B2"/>
                      </a:solidFill>
                      <a:prstDash val="solid"/>
                      <a:round/>
                      <a:headEnd type="none" w="med" len="med"/>
                      <a:tailEnd type="none" w="med" len="med"/>
                    </a:lnR>
                    <a:lnT w="9525" cap="flat" cmpd="sng" algn="ctr">
                      <a:solidFill>
                        <a:srgbClr val="0263B2"/>
                      </a:solidFill>
                      <a:prstDash val="solid"/>
                      <a:round/>
                      <a:headEnd type="none" w="med" len="med"/>
                      <a:tailEnd type="none" w="med" len="med"/>
                    </a:lnT>
                    <a:lnB w="9525" cap="flat" cmpd="sng" algn="ctr">
                      <a:solidFill>
                        <a:srgbClr val="0263B2"/>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graphicFrame>
        <p:nvGraphicFramePr>
          <p:cNvPr id="11" name="table 181"/>
          <p:cNvGraphicFramePr>
            <a:graphicFrameLocks noGrp="1"/>
          </p:cNvGraphicFramePr>
          <p:nvPr/>
        </p:nvGraphicFramePr>
        <p:xfrm>
          <a:off x="7043420" y="692150"/>
          <a:ext cx="1578609" cy="1884807"/>
        </p:xfrm>
        <a:graphic>
          <a:graphicData uri="http://schemas.openxmlformats.org/drawingml/2006/table">
            <a:tbl>
              <a:tblPr/>
              <a:tblGrid>
                <a:gridCol w="1578609">
                  <a:extLst>
                    <a:ext uri="{9D8B030D-6E8A-4147-A177-3AD203B41FA5}">
                      <a16:colId xmlns:a16="http://schemas.microsoft.com/office/drawing/2014/main" val="20000"/>
                    </a:ext>
                  </a:extLst>
                </a:gridCol>
              </a:tblGrid>
              <a:tr h="1859914">
                <a:tc>
                  <a:txBody>
                    <a:bodyPr/>
                    <a:lstStyle/>
                    <a:p>
                      <a:pPr algn="l" rtl="0" eaLnBrk="0">
                        <a:lnSpc>
                          <a:spcPct val="115000"/>
                        </a:lnSpc>
                      </a:pPr>
                      <a:endParaRPr lang="x-none" altLang="x-none" sz="300" dirty="0">
                        <a:latin typeface="Calibri" panose="020F0502020204030204" charset="0"/>
                        <a:cs typeface="Calibri" panose="020F0502020204030204" charset="0"/>
                      </a:endParaRPr>
                    </a:p>
                    <a:p>
                      <a:pPr marL="99695" indent="6350" algn="l" rtl="0" eaLnBrk="0">
                        <a:lnSpc>
                          <a:spcPct val="167000"/>
                        </a:lnSpc>
                        <a:spcBef>
                          <a:spcPts val="5"/>
                        </a:spcBef>
                      </a:pPr>
                      <a:r>
                        <a:rPr sz="800" spc="30" dirty="0" err="1" smtClean="0">
                          <a:solidFill>
                            <a:srgbClr val="FF0000">
                              <a:alpha val="100000"/>
                            </a:srgbClr>
                          </a:solidFill>
                          <a:latin typeface="Calibri" panose="020F0502020204030204" charset="0"/>
                          <a:ea typeface="微软雅黑" panose="020B0503020204020204" pitchFamily="34" charset="-122"/>
                          <a:cs typeface="Calibri" panose="020F0502020204030204" charset="0"/>
                        </a:rPr>
                        <a:t>antifreeze：</a:t>
                      </a:r>
                      <a:r>
                        <a:rPr sz="800">
                          <a:solidFill>
                            <a:srgbClr val="000000">
                              <a:alpha val="100000"/>
                            </a:srgbClr>
                          </a:solidFill>
                          <a:latin typeface="Calibri" panose="020F0502020204030204" charset="0"/>
                          <a:ea typeface="微软雅黑" panose="020B0503020204020204" pitchFamily="34" charset="-122"/>
                          <a:cs typeface="Calibri" panose="020F0502020204030204" charset="0"/>
                        </a:rPr>
                        <a:t>Party A (user) purchases antifreeze in advance (Clariant - ethylene glycol is recommended), and the volume ratio of antifreeze is 20%.</a:t>
                      </a:r>
                    </a:p>
                    <a:p>
                      <a:pPr marL="99695" indent="6350" algn="l" rtl="0" eaLnBrk="0">
                        <a:lnSpc>
                          <a:spcPct val="167000"/>
                        </a:lnSpc>
                        <a:spcBef>
                          <a:spcPts val="5"/>
                        </a:spcBef>
                      </a:pPr>
                      <a:endParaRPr sz="800">
                        <a:solidFill>
                          <a:srgbClr val="000000">
                            <a:alpha val="100000"/>
                          </a:srgbClr>
                        </a:solidFill>
                        <a:latin typeface="Calibri" panose="020F0502020204030204" charset="0"/>
                        <a:ea typeface="微软雅黑" panose="020B0503020204020204" pitchFamily="34" charset="-122"/>
                        <a:cs typeface="Calibri" panose="020F0502020204030204" charset="0"/>
                      </a:endParaRPr>
                    </a:p>
                    <a:p>
                      <a:pPr marL="99695" indent="6350" algn="l" rtl="0" eaLnBrk="0">
                        <a:lnSpc>
                          <a:spcPct val="167000"/>
                        </a:lnSpc>
                        <a:spcBef>
                          <a:spcPts val="5"/>
                        </a:spcBef>
                      </a:pPr>
                      <a:r>
                        <a:rPr sz="800">
                          <a:solidFill>
                            <a:srgbClr val="000000">
                              <a:alpha val="100000"/>
                            </a:srgbClr>
                          </a:solidFill>
                          <a:latin typeface="Calibri" panose="020F0502020204030204" charset="0"/>
                          <a:ea typeface="微软雅黑" panose="020B0503020204020204" pitchFamily="34" charset="-122"/>
                          <a:cs typeface="Calibri" panose="020F0502020204030204" charset="0"/>
                        </a:rPr>
                        <a:t>When the temperature is below 0°C, antifreeze needs to be added to the cooling water.</a:t>
                      </a:r>
                    </a:p>
                  </a:txBody>
                  <a:tcPr marL="0" marR="0" marT="0" marB="0">
                    <a:lnL w="9525" cap="flat" cmpd="sng" algn="ctr">
                      <a:solidFill>
                        <a:srgbClr val="0263B2"/>
                      </a:solidFill>
                      <a:prstDash val="solid"/>
                      <a:round/>
                      <a:headEnd type="none" w="med" len="med"/>
                      <a:tailEnd type="none" w="med" len="med"/>
                    </a:lnL>
                    <a:lnR w="9525" cap="flat" cmpd="sng" algn="ctr">
                      <a:solidFill>
                        <a:srgbClr val="0263B2"/>
                      </a:solidFill>
                      <a:prstDash val="solid"/>
                      <a:round/>
                      <a:headEnd type="none" w="med" len="med"/>
                      <a:tailEnd type="none" w="med" len="med"/>
                    </a:lnR>
                    <a:lnT w="9525" cap="flat" cmpd="sng" algn="ctr">
                      <a:solidFill>
                        <a:srgbClr val="0263B2"/>
                      </a:solidFill>
                      <a:prstDash val="solid"/>
                      <a:round/>
                      <a:headEnd type="none" w="med" len="med"/>
                      <a:tailEnd type="none" w="med" len="med"/>
                    </a:lnT>
                    <a:lnB w="9525" cap="flat" cmpd="sng" algn="ctr">
                      <a:solidFill>
                        <a:srgbClr val="0263B2"/>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graphicFrame>
        <p:nvGraphicFramePr>
          <p:cNvPr id="12" name="table 183"/>
          <p:cNvGraphicFramePr>
            <a:graphicFrameLocks noGrp="1"/>
          </p:cNvGraphicFramePr>
          <p:nvPr/>
        </p:nvGraphicFramePr>
        <p:xfrm>
          <a:off x="4088383" y="691894"/>
          <a:ext cx="1255396" cy="1869440"/>
        </p:xfrm>
        <a:graphic>
          <a:graphicData uri="http://schemas.openxmlformats.org/drawingml/2006/table">
            <a:tbl>
              <a:tblPr/>
              <a:tblGrid>
                <a:gridCol w="1255396">
                  <a:extLst>
                    <a:ext uri="{9D8B030D-6E8A-4147-A177-3AD203B41FA5}">
                      <a16:colId xmlns:a16="http://schemas.microsoft.com/office/drawing/2014/main" val="20000"/>
                    </a:ext>
                  </a:extLst>
                </a:gridCol>
              </a:tblGrid>
              <a:tr h="1828800">
                <a:tc>
                  <a:txBody>
                    <a:bodyPr/>
                    <a:lstStyle/>
                    <a:p>
                      <a:pPr algn="l" rtl="0" eaLnBrk="0">
                        <a:lnSpc>
                          <a:spcPct val="122000"/>
                        </a:lnSpc>
                      </a:pPr>
                      <a:endParaRPr lang="x-none" altLang="x-none" sz="200" dirty="0">
                        <a:latin typeface="Calibri" panose="020F0502020204030204" charset="0"/>
                        <a:cs typeface="Calibri" panose="020F0502020204030204" charset="0"/>
                      </a:endParaRPr>
                    </a:p>
                    <a:p>
                      <a:pPr marL="97790" indent="1270" algn="l" rtl="0" eaLnBrk="0">
                        <a:lnSpc>
                          <a:spcPct val="167000"/>
                        </a:lnSpc>
                      </a:pPr>
                      <a:r>
                        <a:rPr sz="800" spc="30" dirty="0" err="1">
                          <a:solidFill>
                            <a:srgbClr val="FF0000">
                              <a:alpha val="100000"/>
                            </a:srgbClr>
                          </a:solidFill>
                          <a:latin typeface="Calibri" panose="020F0502020204030204" charset="0"/>
                          <a:ea typeface="微软雅黑" panose="020B0503020204020204" pitchFamily="34" charset="-122"/>
                          <a:cs typeface="Calibri" panose="020F0502020204030204" charset="0"/>
                        </a:rPr>
                        <a:t>Cooling water</a:t>
                      </a:r>
                      <a:r>
                        <a:rPr sz="800" spc="30" dirty="0" err="1" smtClean="0">
                          <a:solidFill>
                            <a:srgbClr val="FF0000">
                              <a:alpha val="100000"/>
                            </a:srgbClr>
                          </a:solidFill>
                          <a:latin typeface="Calibri" panose="020F0502020204030204" charset="0"/>
                          <a:ea typeface="微软雅黑" panose="020B0503020204020204" pitchFamily="34" charset="-122"/>
                          <a:cs typeface="Calibri" panose="020F0502020204030204" charset="0"/>
                        </a:rPr>
                        <a:t>：</a:t>
                      </a:r>
                      <a:r>
                        <a:rPr sz="800">
                          <a:solidFill>
                            <a:srgbClr val="000000">
                              <a:alpha val="100000"/>
                            </a:srgbClr>
                          </a:solidFill>
                          <a:latin typeface="Calibri" panose="020F0502020204030204" charset="0"/>
                          <a:ea typeface="微软雅黑" panose="020B0503020204020204" pitchFamily="34" charset="-122"/>
                          <a:cs typeface="Calibri" panose="020F0502020204030204" charset="0"/>
                        </a:rPr>
                        <a:t>Party A (user) provides about 20L of cooling circulating water. Distilled water is the best. It is recommended to use Watsons distilled water. The cooling water should be replaced every 1-2 months.</a:t>
                      </a:r>
                      <a:r>
                        <a:rPr lang="zh-CN" altLang="en-US" sz="800" spc="30" dirty="0" smtClean="0">
                          <a:solidFill>
                            <a:srgbClr val="000000">
                              <a:alpha val="100000"/>
                            </a:srgbClr>
                          </a:solidFill>
                          <a:latin typeface="Calibri" panose="020F0502020204030204" charset="0"/>
                          <a:ea typeface="微软雅黑" panose="020B0503020204020204" pitchFamily="34" charset="-122"/>
                          <a:cs typeface="Calibri" panose="020F0502020204030204" charset="0"/>
                        </a:rPr>
                        <a:t>。</a:t>
                      </a:r>
                    </a:p>
                  </a:txBody>
                  <a:tcPr marL="0" marR="0" marT="0" marB="0">
                    <a:lnL w="9525" cap="flat" cmpd="sng" algn="ctr">
                      <a:solidFill>
                        <a:srgbClr val="0263B2"/>
                      </a:solidFill>
                      <a:prstDash val="solid"/>
                      <a:round/>
                      <a:headEnd type="none" w="med" len="med"/>
                      <a:tailEnd type="none" w="med" len="med"/>
                    </a:lnL>
                    <a:lnR w="9525" cap="flat" cmpd="sng" algn="ctr">
                      <a:solidFill>
                        <a:srgbClr val="0263B2"/>
                      </a:solidFill>
                      <a:prstDash val="solid"/>
                      <a:round/>
                      <a:headEnd type="none" w="med" len="med"/>
                      <a:tailEnd type="none" w="med" len="med"/>
                    </a:lnR>
                    <a:lnT w="9525" cap="flat" cmpd="sng" algn="ctr">
                      <a:solidFill>
                        <a:srgbClr val="0263B2"/>
                      </a:solidFill>
                      <a:prstDash val="solid"/>
                      <a:round/>
                      <a:headEnd type="none" w="med" len="med"/>
                      <a:tailEnd type="none" w="med" len="med"/>
                    </a:lnT>
                    <a:lnB w="9525" cap="flat" cmpd="sng" algn="ctr">
                      <a:solidFill>
                        <a:srgbClr val="0263B2"/>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bl>
          </a:graphicData>
        </a:graphic>
      </p:graphicFrame>
      <p:graphicFrame>
        <p:nvGraphicFramePr>
          <p:cNvPr id="13" name="table 185"/>
          <p:cNvGraphicFramePr>
            <a:graphicFrameLocks noGrp="1"/>
          </p:cNvGraphicFramePr>
          <p:nvPr/>
        </p:nvGraphicFramePr>
        <p:xfrm>
          <a:off x="7045890" y="2593849"/>
          <a:ext cx="1586427" cy="1011682"/>
        </p:xfrm>
        <a:graphic>
          <a:graphicData uri="http://schemas.openxmlformats.org/drawingml/2006/table">
            <a:tbl>
              <a:tblPr/>
              <a:tblGrid>
                <a:gridCol w="1586427">
                  <a:extLst>
                    <a:ext uri="{9D8B030D-6E8A-4147-A177-3AD203B41FA5}">
                      <a16:colId xmlns:a16="http://schemas.microsoft.com/office/drawing/2014/main" val="20000"/>
                    </a:ext>
                  </a:extLst>
                </a:gridCol>
              </a:tblGrid>
              <a:tr h="942772">
                <a:tc>
                  <a:txBody>
                    <a:bodyPr/>
                    <a:lstStyle/>
                    <a:p>
                      <a:pPr algn="l" rtl="0" eaLnBrk="0">
                        <a:lnSpc>
                          <a:spcPct val="118000"/>
                        </a:lnSpc>
                      </a:pPr>
                      <a:endParaRPr lang="x-none" altLang="x-none" sz="500" dirty="0">
                        <a:latin typeface="Calibri" panose="020F0502020204030204" charset="0"/>
                        <a:cs typeface="Calibri" panose="020F0502020204030204" charset="0"/>
                      </a:endParaRPr>
                    </a:p>
                    <a:p>
                      <a:pPr marL="99060" indent="1270" algn="l" rtl="0" eaLnBrk="0">
                        <a:lnSpc>
                          <a:spcPct val="168000"/>
                        </a:lnSpc>
                        <a:spcBef>
                          <a:spcPts val="5"/>
                        </a:spcBef>
                      </a:pPr>
                      <a:r>
                        <a:rPr sz="900" dirty="0">
                          <a:solidFill>
                            <a:srgbClr val="FF0000">
                              <a:alpha val="100000"/>
                            </a:srgbClr>
                          </a:solidFill>
                          <a:latin typeface="Calibri" panose="020F0502020204030204" charset="0"/>
                          <a:ea typeface="微软雅黑" panose="020B0503020204020204" pitchFamily="34" charset="-122"/>
                          <a:cs typeface="Calibri" panose="020F0502020204030204" charset="0"/>
                        </a:rPr>
                        <a:t>Note: Cooling water, antifreeze, protective gas, and welding wire need to be prepared by the user.</a:t>
                      </a:r>
                    </a:p>
                  </a:txBody>
                  <a:tcPr marL="0" marR="0" marT="0" marB="0">
                    <a:lnL w="9525" cap="flat" cmpd="sng" algn="ctr">
                      <a:solidFill>
                        <a:srgbClr val="0263B2"/>
                      </a:solidFill>
                      <a:prstDash val="solid"/>
                      <a:round/>
                      <a:headEnd type="none" w="med" len="med"/>
                      <a:tailEnd type="none" w="med" len="med"/>
                    </a:lnL>
                    <a:lnR w="9525" cap="flat" cmpd="sng" algn="ctr">
                      <a:solidFill>
                        <a:srgbClr val="0263B2"/>
                      </a:solidFill>
                      <a:prstDash val="solid"/>
                      <a:round/>
                      <a:headEnd type="none" w="med" len="med"/>
                      <a:tailEnd type="none" w="med" len="med"/>
                    </a:lnR>
                    <a:lnT w="9525" cap="flat" cmpd="sng" algn="ctr">
                      <a:solidFill>
                        <a:srgbClr val="0263B2"/>
                      </a:solidFill>
                      <a:prstDash val="solid"/>
                      <a:round/>
                      <a:headEnd type="none" w="med" len="med"/>
                      <a:tailEnd type="none" w="med" len="med"/>
                    </a:lnT>
                    <a:lnB w="9525" cap="flat" cmpd="sng" algn="ctr">
                      <a:solidFill>
                        <a:srgbClr val="0263B2"/>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pic>
        <p:nvPicPr>
          <p:cNvPr id="16" name="picture 178"/>
          <p:cNvPicPr>
            <a:picLocks noChangeAspect="1"/>
          </p:cNvPicPr>
          <p:nvPr/>
        </p:nvPicPr>
        <p:blipFill>
          <a:blip r:embed="rId6"/>
          <a:stretch>
            <a:fillRect/>
          </a:stretch>
        </p:blipFill>
        <p:spPr>
          <a:xfrm rot="21600000">
            <a:off x="6152769" y="799516"/>
            <a:ext cx="702771" cy="641604"/>
          </a:xfrm>
          <a:prstGeom prst="rect">
            <a:avLst/>
          </a:prstGeom>
        </p:spPr>
      </p:pic>
      <p:sp>
        <p:nvSpPr>
          <p:cNvPr id="18" name="textbox 17"/>
          <p:cNvSpPr/>
          <p:nvPr/>
        </p:nvSpPr>
        <p:spPr>
          <a:xfrm>
            <a:off x="456565" y="3606165"/>
            <a:ext cx="8197850" cy="1532255"/>
          </a:xfrm>
          <a:prstGeom prst="rect">
            <a:avLst/>
          </a:prstGeom>
          <a:solidFill>
            <a:srgbClr val="0263B2"/>
          </a:solidFill>
        </p:spPr>
        <p:txBody>
          <a:bodyPr vert="horz" wrap="square" lIns="0" tIns="0" rIns="0" bIns="0"/>
          <a:lstStyle/>
          <a:p>
            <a:pPr marL="720090">
              <a:lnSpc>
                <a:spcPct val="150000"/>
              </a:lnSpc>
            </a:pPr>
            <a:r>
              <a:rPr lang="zh-CN" altLang="zh-CN" sz="900" dirty="0">
                <a:solidFill>
                  <a:schemeClr val="bg1"/>
                </a:solidFill>
                <a:latin typeface="微软雅黑" panose="020B0503020204020204" pitchFamily="34" charset="-122"/>
                <a:ea typeface="微软雅黑" panose="020B0503020204020204" pitchFamily="34" charset="-122"/>
              </a:rPr>
              <a:t>Precautions for use：</a:t>
            </a:r>
          </a:p>
          <a:p>
            <a:pPr marL="1800225" indent="-171450">
              <a:lnSpc>
                <a:spcPct val="150000"/>
              </a:lnSpc>
              <a:buFont typeface="Wingdings" panose="05000000000000000000" pitchFamily="2" charset="2"/>
              <a:buChar char="ü"/>
            </a:pPr>
            <a:r>
              <a:rPr lang="zh-CN" altLang="zh-CN" sz="900" dirty="0">
                <a:solidFill>
                  <a:schemeClr val="bg1"/>
                </a:solidFill>
                <a:latin typeface="微软雅黑" panose="020B0503020204020204" pitchFamily="34" charset="-122"/>
                <a:ea typeface="微软雅黑" panose="020B0503020204020204" pitchFamily="34" charset="-122"/>
              </a:rPr>
              <a:t>When using the device, please handle it with care and do not drop it while holding the gun head.</a:t>
            </a:r>
          </a:p>
          <a:p>
            <a:pPr marL="1800225" indent="-171450">
              <a:lnSpc>
                <a:spcPct val="150000"/>
              </a:lnSpc>
              <a:buFont typeface="Wingdings" panose="05000000000000000000" pitchFamily="2" charset="2"/>
              <a:buChar char="ü"/>
            </a:pPr>
            <a:r>
              <a:rPr lang="zh-CN" altLang="zh-CN" sz="900" dirty="0">
                <a:solidFill>
                  <a:schemeClr val="bg1"/>
                </a:solidFill>
                <a:latin typeface="微软雅黑" panose="020B0503020204020204" pitchFamily="34" charset="-122"/>
                <a:ea typeface="微软雅黑" panose="020B0503020204020204" pitchFamily="34" charset="-122"/>
              </a:rPr>
              <a:t>Optical fibers are welded inside the cable package. Please do not step on, twist, impact, heavy pressure or excessive bending, etc.</a:t>
            </a:r>
          </a:p>
          <a:p>
            <a:pPr marL="1800225" indent="-171450">
              <a:lnSpc>
                <a:spcPct val="150000"/>
              </a:lnSpc>
              <a:buFont typeface="Wingdings" panose="05000000000000000000" pitchFamily="2" charset="2"/>
              <a:buChar char="ü"/>
            </a:pPr>
            <a:r>
              <a:rPr lang="zh-CN" altLang="zh-CN" sz="900" dirty="0">
                <a:solidFill>
                  <a:schemeClr val="bg1"/>
                </a:solidFill>
                <a:latin typeface="微软雅黑" panose="020B0503020204020204" pitchFamily="34" charset="-122"/>
                <a:ea typeface="微软雅黑" panose="020B0503020204020204" pitchFamily="34" charset="-122"/>
              </a:rPr>
              <a:t>When replacing the protective mirror, make sure to protect it from dust</a:t>
            </a:r>
          </a:p>
          <a:p>
            <a:pPr marL="1800225" indent="-171450">
              <a:lnSpc>
                <a:spcPct val="150000"/>
              </a:lnSpc>
              <a:buFont typeface="Wingdings" panose="05000000000000000000" pitchFamily="2" charset="2"/>
              <a:buChar char="ü"/>
            </a:pPr>
            <a:r>
              <a:rPr lang="zh-CN" altLang="zh-CN" sz="900" dirty="0">
                <a:solidFill>
                  <a:schemeClr val="bg1"/>
                </a:solidFill>
                <a:latin typeface="微软雅黑" panose="020B0503020204020204" pitchFamily="34" charset="-122"/>
                <a:ea typeface="微软雅黑" panose="020B0503020204020204" pitchFamily="34" charset="-122"/>
              </a:rPr>
              <a:t>When using it for the first time, be sure not to emit light when the red light is not visible</a:t>
            </a:r>
          </a:p>
          <a:p>
            <a:pPr marL="1800225" indent="-171450">
              <a:lnSpc>
                <a:spcPct val="150000"/>
              </a:lnSpc>
              <a:buFont typeface="Wingdings" panose="05000000000000000000" pitchFamily="2" charset="2"/>
              <a:buChar char="ü"/>
            </a:pPr>
            <a:r>
              <a:rPr lang="zh-CN" altLang="zh-CN" sz="900" dirty="0">
                <a:solidFill>
                  <a:schemeClr val="bg1"/>
                </a:solidFill>
                <a:latin typeface="微软雅黑" panose="020B0503020204020204" pitchFamily="34" charset="-122"/>
                <a:ea typeface="微软雅黑" panose="020B0503020204020204" pitchFamily="34" charset="-122"/>
              </a:rPr>
              <a:t>Be sure to take protective measures when going out, wearing gloves, protective glasses, etc.</a:t>
            </a: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28"/>
          <p:cNvSpPr/>
          <p:nvPr/>
        </p:nvSpPr>
        <p:spPr>
          <a:xfrm>
            <a:off x="0" y="0"/>
            <a:ext cx="1043939" cy="532128"/>
          </a:xfrm>
          <a:prstGeom prst="rect">
            <a:avLst/>
          </a:prstGeom>
          <a:solidFill>
            <a:srgbClr val="0263B2"/>
          </a:solidFill>
        </p:spPr>
        <p:txBody>
          <a:bodyPr vert="horz" wrap="square" lIns="0" tIns="0" rIns="0" bIns="0"/>
          <a:lstStyle/>
          <a:p>
            <a:pPr algn="l" rtl="0" eaLnBrk="0">
              <a:lnSpc>
                <a:spcPct val="107000"/>
              </a:lnSpc>
            </a:pPr>
            <a:endParaRPr lang="x-none" altLang="x-none" sz="900" dirty="0"/>
          </a:p>
          <a:p>
            <a:pPr marL="363855" algn="l" rtl="0" eaLnBrk="0">
              <a:lnSpc>
                <a:spcPct val="84000"/>
              </a:lnSpc>
              <a:spcBef>
                <a:spcPts val="5"/>
              </a:spcBef>
            </a:pPr>
            <a:r>
              <a:rPr lang="en-US" sz="1800" spc="30" dirty="0" smtClean="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04</a:t>
            </a:r>
            <a:endParaRPr lang="x-none" altLang="x-none" sz="1800" dirty="0"/>
          </a:p>
        </p:txBody>
      </p:sp>
      <p:sp>
        <p:nvSpPr>
          <p:cNvPr id="9" name="textbox 51"/>
          <p:cNvSpPr/>
          <p:nvPr/>
        </p:nvSpPr>
        <p:spPr>
          <a:xfrm>
            <a:off x="1043940" y="124460"/>
            <a:ext cx="3778885" cy="290830"/>
          </a:xfrm>
          <a:prstGeom prst="rect">
            <a:avLst/>
          </a:prstGeom>
        </p:spPr>
        <p:txBody>
          <a:bodyPr vert="horz" wrap="square" lIns="0" tIns="0" rIns="0" bIns="0"/>
          <a:lstStyle/>
          <a:p>
            <a:pPr algn="l" rtl="0" eaLnBrk="0">
              <a:lnSpc>
                <a:spcPct val="77000"/>
              </a:lnSpc>
            </a:pPr>
            <a:endParaRPr lang="x-none" altLang="x-none" sz="100" dirty="0"/>
          </a:p>
          <a:p>
            <a:pPr marL="12700" algn="l" rtl="0" eaLnBrk="0">
              <a:lnSpc>
                <a:spcPct val="97000"/>
              </a:lnSpc>
            </a:pPr>
            <a:r>
              <a:rPr lang="zh-CN" altLang="en-US" spc="-10" dirty="0">
                <a:solidFill>
                  <a:srgbClr val="0263B2">
                    <a:alpha val="100000"/>
                  </a:srgbClr>
                </a:solidFill>
                <a:latin typeface="微软雅黑" panose="020B0503020204020204" pitchFamily="34" charset="-122"/>
                <a:ea typeface="微软雅黑" panose="020B0503020204020204" pitchFamily="34" charset="-122"/>
                <a:cs typeface="微软雅黑" panose="020B0503020204020204" pitchFamily="34" charset="-122"/>
              </a:rPr>
              <a:t>Laser cleaning process parameters</a:t>
            </a:r>
          </a:p>
        </p:txBody>
      </p:sp>
      <p:graphicFrame>
        <p:nvGraphicFramePr>
          <p:cNvPr id="2" name="表格 1"/>
          <p:cNvGraphicFramePr>
            <a:graphicFrameLocks noGrp="1"/>
          </p:cNvGraphicFramePr>
          <p:nvPr/>
        </p:nvGraphicFramePr>
        <p:xfrm>
          <a:off x="254000" y="724626"/>
          <a:ext cx="8489950" cy="4406899"/>
        </p:xfrm>
        <a:graphic>
          <a:graphicData uri="http://schemas.openxmlformats.org/drawingml/2006/table">
            <a:tbl>
              <a:tblPr firstRow="1" bandRow="1">
                <a:tableStyleId>{5C22544A-7EE6-4342-B048-85BDC9FD1C3A}</a:tableStyleId>
              </a:tblPr>
              <a:tblGrid>
                <a:gridCol w="1727200">
                  <a:extLst>
                    <a:ext uri="{9D8B030D-6E8A-4147-A177-3AD203B41FA5}">
                      <a16:colId xmlns:a16="http://schemas.microsoft.com/office/drawing/2014/main" val="20000"/>
                    </a:ext>
                  </a:extLst>
                </a:gridCol>
                <a:gridCol w="2524125">
                  <a:extLst>
                    <a:ext uri="{9D8B030D-6E8A-4147-A177-3AD203B41FA5}">
                      <a16:colId xmlns:a16="http://schemas.microsoft.com/office/drawing/2014/main" val="20001"/>
                    </a:ext>
                  </a:extLst>
                </a:gridCol>
                <a:gridCol w="2524125">
                  <a:extLst>
                    <a:ext uri="{9D8B030D-6E8A-4147-A177-3AD203B41FA5}">
                      <a16:colId xmlns:a16="http://schemas.microsoft.com/office/drawing/2014/main" val="20002"/>
                    </a:ext>
                  </a:extLst>
                </a:gridCol>
                <a:gridCol w="1714500">
                  <a:extLst>
                    <a:ext uri="{9D8B030D-6E8A-4147-A177-3AD203B41FA5}">
                      <a16:colId xmlns:a16="http://schemas.microsoft.com/office/drawing/2014/main" val="20003"/>
                    </a:ext>
                  </a:extLst>
                </a:gridCol>
              </a:tblGrid>
              <a:tr h="520699">
                <a:tc gridSpan="2">
                  <a:txBody>
                    <a:bodyPr/>
                    <a:lstStyle/>
                    <a:p>
                      <a:pPr algn="ctr"/>
                      <a:r>
                        <a:rPr lang="zh-CN" sz="900" b="1" kern="1200" dirty="0" smtClean="0">
                          <a:solidFill>
                            <a:srgbClr val="0070C0"/>
                          </a:solidFill>
                          <a:effectLst/>
                          <a:latin typeface="Calibri" panose="020F0502020204030204" charset="0"/>
                          <a:ea typeface="微软雅黑" panose="020B0503020204020204" pitchFamily="34" charset="-122"/>
                          <a:cs typeface="Calibri" panose="020F0502020204030204" charset="0"/>
                        </a:rPr>
                        <a:t>Peak power: laser welding power. When other parameters remain unchanged, the higher the laser power, the deeper the cleaning penetration.</a:t>
                      </a:r>
                    </a:p>
                  </a:txBody>
                  <a:tcPr anchor="ctr">
                    <a:lnL w="28575" cap="flat" cmpd="sng" algn="ctr">
                      <a:solidFill>
                        <a:srgbClr val="0070C0"/>
                      </a:solidFill>
                      <a:prstDash val="solid"/>
                      <a:round/>
                      <a:headEnd type="none" w="med" len="med"/>
                      <a:tailEnd type="none" w="med" len="med"/>
                    </a:lnL>
                    <a:lnR w="28575" cap="flat" cmpd="sng" algn="ctr">
                      <a:solidFill>
                        <a:srgbClr val="0070C0"/>
                      </a:solidFill>
                      <a:prstDash val="solid"/>
                      <a:round/>
                      <a:headEnd type="none" w="med" len="med"/>
                      <a:tailEnd type="none" w="med" len="med"/>
                    </a:lnR>
                    <a:lnT w="28575" cap="flat" cmpd="sng" algn="ctr">
                      <a:solidFill>
                        <a:srgbClr val="0070C0"/>
                      </a:solidFill>
                      <a:prstDash val="solid"/>
                      <a:round/>
                      <a:headEnd type="none" w="med" len="med"/>
                      <a:tailEnd type="none" w="med" len="med"/>
                    </a:lnT>
                    <a:lnB w="28575" cap="flat" cmpd="sng" algn="ctr">
                      <a:solidFill>
                        <a:srgbClr val="0070C0"/>
                      </a:solidFill>
                      <a:prstDash val="solid"/>
                      <a:round/>
                      <a:headEnd type="none" w="med" len="med"/>
                      <a:tailEnd type="none" w="med" len="med"/>
                    </a:lnB>
                    <a:solidFill>
                      <a:schemeClr val="bg1"/>
                    </a:solidFill>
                  </a:tcPr>
                </a:tc>
                <a:tc hMerge="1">
                  <a:txBody>
                    <a:bodyPr/>
                    <a:lstStyle/>
                    <a:p>
                      <a:endParaRPr lang="zh-CN"/>
                    </a:p>
                  </a:txBody>
                  <a:tcPr anchor="ctr">
                    <a:lnL w="28575" cap="flat" cmpd="sng" algn="ctr">
                      <a:solidFill>
                        <a:srgbClr val="0070C0"/>
                      </a:solidFill>
                      <a:prstDash val="solid"/>
                      <a:round/>
                      <a:headEnd type="none" w="med" len="med"/>
                      <a:tailEnd type="none" w="med" len="med"/>
                    </a:lnL>
                    <a:lnR w="28575" cap="flat" cmpd="sng" algn="ctr">
                      <a:solidFill>
                        <a:srgbClr val="0070C0"/>
                      </a:solidFill>
                      <a:prstDash val="solid"/>
                      <a:round/>
                      <a:headEnd type="none" w="med" len="med"/>
                      <a:tailEnd type="none" w="med" len="med"/>
                    </a:lnR>
                    <a:lnT w="28575" cap="flat" cmpd="sng" algn="ctr">
                      <a:solidFill>
                        <a:srgbClr val="0070C0"/>
                      </a:solidFill>
                      <a:prstDash val="solid"/>
                      <a:round/>
                      <a:headEnd type="none" w="med" len="med"/>
                      <a:tailEnd type="none" w="med" len="med"/>
                    </a:lnT>
                    <a:lnB w="28575" cap="flat" cmpd="sng" algn="ctr">
                      <a:solidFill>
                        <a:srgbClr val="0070C0"/>
                      </a:solidFill>
                      <a:prstDash val="solid"/>
                      <a:round/>
                      <a:headEnd type="none" w="med" len="med"/>
                      <a:tailEnd type="none" w="med" len="med"/>
                    </a:lnB>
                    <a:solidFill>
                      <a:schemeClr val="bg1"/>
                    </a:solidFill>
                  </a:tcPr>
                </a:tc>
                <a:tc gridSpan="2">
                  <a:txBody>
                    <a:bodyPr/>
                    <a:lstStyle/>
                    <a:p>
                      <a:pPr algn="l"/>
                      <a:r>
                        <a:rPr sz="900" b="1" kern="1200" dirty="0" smtClean="0">
                          <a:solidFill>
                            <a:srgbClr val="0070C0"/>
                          </a:solidFill>
                          <a:effectLst/>
                          <a:latin typeface="Calibri" panose="020F0502020204030204" charset="0"/>
                          <a:ea typeface="微软雅黑" panose="020B0503020204020204" pitchFamily="34" charset="-122"/>
                          <a:cs typeface="Calibri" panose="020F0502020204030204" charset="0"/>
                        </a:rPr>
                        <a:t>Scan width: the amplitude of motor swing. When the other parameters remain unchanged, the wider the swing arc width, the larger the cleaning width, and the shallower the penetration depth. The swing arc range is 10~300mm.</a:t>
                      </a:r>
                    </a:p>
                  </a:txBody>
                  <a:tcPr anchor="ctr">
                    <a:lnL w="28575" cap="flat" cmpd="sng" algn="ctr">
                      <a:solidFill>
                        <a:srgbClr val="0070C0"/>
                      </a:solidFill>
                      <a:prstDash val="solid"/>
                      <a:round/>
                      <a:headEnd type="none" w="med" len="med"/>
                      <a:tailEnd type="none" w="med" len="med"/>
                    </a:lnL>
                    <a:lnR w="28575" cap="flat" cmpd="sng" algn="ctr">
                      <a:solidFill>
                        <a:srgbClr val="0070C0"/>
                      </a:solidFill>
                      <a:prstDash val="solid"/>
                      <a:round/>
                      <a:headEnd type="none" w="med" len="med"/>
                      <a:tailEnd type="none" w="med" len="med"/>
                    </a:lnR>
                    <a:lnT w="28575" cap="flat" cmpd="sng" algn="ctr">
                      <a:solidFill>
                        <a:srgbClr val="0070C0"/>
                      </a:solidFill>
                      <a:prstDash val="solid"/>
                      <a:round/>
                      <a:headEnd type="none" w="med" len="med"/>
                      <a:tailEnd type="none" w="med" len="med"/>
                    </a:lnT>
                    <a:lnB w="28575" cap="flat" cmpd="sng" algn="ctr">
                      <a:solidFill>
                        <a:srgbClr val="0070C0"/>
                      </a:solidFill>
                      <a:prstDash val="solid"/>
                      <a:round/>
                      <a:headEnd type="none" w="med" len="med"/>
                      <a:tailEnd type="none" w="med" len="med"/>
                    </a:lnB>
                    <a:solidFill>
                      <a:schemeClr val="bg1"/>
                    </a:solidFill>
                  </a:tcPr>
                </a:tc>
                <a:tc hMerge="1">
                  <a:txBody>
                    <a:bodyPr/>
                    <a:lstStyle/>
                    <a:p>
                      <a:endParaRPr lang="zh-CN"/>
                    </a:p>
                  </a:txBody>
                  <a:tcPr anchor="ctr">
                    <a:lnL w="28575" cap="flat" cmpd="sng" algn="ctr">
                      <a:solidFill>
                        <a:srgbClr val="0070C0"/>
                      </a:solidFill>
                      <a:prstDash val="solid"/>
                      <a:round/>
                      <a:headEnd type="none" w="med" len="med"/>
                      <a:tailEnd type="none" w="med" len="med"/>
                    </a:lnL>
                    <a:lnR w="28575" cap="flat" cmpd="sng" algn="ctr">
                      <a:solidFill>
                        <a:srgbClr val="0070C0"/>
                      </a:solidFill>
                      <a:prstDash val="solid"/>
                      <a:round/>
                      <a:headEnd type="none" w="med" len="med"/>
                      <a:tailEnd type="none" w="med" len="med"/>
                    </a:lnR>
                    <a:lnT w="28575" cap="flat" cmpd="sng" algn="ctr">
                      <a:solidFill>
                        <a:srgbClr val="0070C0"/>
                      </a:solidFill>
                      <a:prstDash val="solid"/>
                      <a:round/>
                      <a:headEnd type="none" w="med" len="med"/>
                      <a:tailEnd type="none" w="med" len="med"/>
                    </a:lnT>
                    <a:lnB w="28575" cap="flat" cmpd="sng" algn="ctr">
                      <a:solidFill>
                        <a:srgbClr val="0070C0"/>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2556295">
                <a:tc>
                  <a:txBody>
                    <a:bodyPr/>
                    <a:lstStyle/>
                    <a:p>
                      <a:pPr algn="l">
                        <a:lnSpc>
                          <a:spcPct val="150000"/>
                        </a:lnSpc>
                      </a:pPr>
                      <a:r>
                        <a:rPr lang="zh-CN" sz="900" b="1" kern="1200" dirty="0" smtClean="0">
                          <a:solidFill>
                            <a:srgbClr val="0070C0"/>
                          </a:solidFill>
                          <a:effectLst/>
                          <a:latin typeface="Calibri" panose="020F0502020204030204" charset="0"/>
                          <a:ea typeface="微软雅黑" panose="020B0503020204020204" pitchFamily="34" charset="-122"/>
                          <a:cs typeface="Calibri" panose="020F0502020204030204" charset="0"/>
                        </a:rPr>
                        <a:t>scanning frequency</a:t>
                      </a:r>
                      <a:r>
                        <a:rPr lang="zh-CN" altLang="zh-CN" sz="900" b="1" kern="1200" dirty="0" smtClean="0">
                          <a:solidFill>
                            <a:srgbClr val="0070C0"/>
                          </a:solidFill>
                          <a:effectLst/>
                          <a:latin typeface="Calibri" panose="020F0502020204030204" charset="0"/>
                          <a:ea typeface="微软雅黑" panose="020B0503020204020204" pitchFamily="34" charset="-122"/>
                          <a:cs typeface="Calibri" panose="020F0502020204030204" charset="0"/>
                        </a:rPr>
                        <a:t>：</a:t>
                      </a:r>
                      <a:endParaRPr lang="en-US" altLang="zh-CN" sz="900" b="1" kern="1200" dirty="0" smtClean="0">
                        <a:solidFill>
                          <a:srgbClr val="0070C0"/>
                        </a:solidFill>
                        <a:effectLst/>
                        <a:latin typeface="Calibri" panose="020F0502020204030204" charset="0"/>
                        <a:ea typeface="微软雅黑" panose="020B0503020204020204" pitchFamily="34" charset="-122"/>
                        <a:cs typeface="Calibri" panose="020F0502020204030204" charset="0"/>
                      </a:endParaRPr>
                    </a:p>
                    <a:p>
                      <a:pPr algn="l">
                        <a:lnSpc>
                          <a:spcPct val="150000"/>
                        </a:lnSpc>
                      </a:pPr>
                      <a:r>
                        <a:rPr sz="900" b="1" kern="1200" smtClean="0">
                          <a:solidFill>
                            <a:srgbClr val="0070C0"/>
                          </a:solidFill>
                          <a:effectLst/>
                          <a:latin typeface="Calibri" panose="020F0502020204030204" charset="0"/>
                          <a:ea typeface="微软雅黑" panose="020B0503020204020204" pitchFamily="34" charset="-122"/>
                          <a:cs typeface="Calibri" panose="020F0502020204030204" charset="0"/>
                        </a:rPr>
                        <a:t>The speed at which the lens motor swings. When the other parameters remain unchanged, the slower the oscillation frequency, the weld will appear wavy and the penetration will be deeper; the faster the oscillation frequency, the more uniform the formation will be, but the penetration will become shallower. Commonly used frequency is 50 hz.</a:t>
                      </a:r>
                    </a:p>
                  </a:txBody>
                  <a:tcPr anchor="ctr">
                    <a:lnL w="28575" cap="flat" cmpd="sng" algn="ctr">
                      <a:solidFill>
                        <a:srgbClr val="0070C0"/>
                      </a:solidFill>
                      <a:prstDash val="solid"/>
                      <a:round/>
                      <a:headEnd type="none" w="med" len="med"/>
                      <a:tailEnd type="none" w="med" len="med"/>
                    </a:lnL>
                    <a:lnR w="28575" cap="flat" cmpd="sng" algn="ctr">
                      <a:solidFill>
                        <a:srgbClr val="0070C0"/>
                      </a:solidFill>
                      <a:prstDash val="solid"/>
                      <a:round/>
                      <a:headEnd type="none" w="med" len="med"/>
                      <a:tailEnd type="none" w="med" len="med"/>
                    </a:lnR>
                    <a:lnT w="28575" cap="flat" cmpd="sng" algn="ctr">
                      <a:solidFill>
                        <a:srgbClr val="0070C0"/>
                      </a:solidFill>
                      <a:prstDash val="solid"/>
                      <a:round/>
                      <a:headEnd type="none" w="med" len="med"/>
                      <a:tailEnd type="none" w="med" len="med"/>
                    </a:lnT>
                    <a:lnB w="28575" cap="flat" cmpd="sng" algn="ctr">
                      <a:solidFill>
                        <a:srgbClr val="0070C0"/>
                      </a:solidFill>
                      <a:prstDash val="solid"/>
                      <a:round/>
                      <a:headEnd type="none" w="med" len="med"/>
                      <a:tailEnd type="none" w="med" len="med"/>
                    </a:lnB>
                    <a:solidFill>
                      <a:schemeClr val="bg1"/>
                    </a:solidFill>
                  </a:tcPr>
                </a:tc>
                <a:tc gridSpan="2">
                  <a:txBody>
                    <a:bodyPr/>
                    <a:lstStyle/>
                    <a:p>
                      <a:pPr algn="ctr"/>
                      <a:endParaRPr lang="zh-CN" altLang="en-US" sz="900" dirty="0">
                        <a:solidFill>
                          <a:srgbClr val="0070C0"/>
                        </a:solidFill>
                        <a:latin typeface="Calibri" panose="020F0502020204030204" charset="0"/>
                        <a:ea typeface="微软雅黑" panose="020B0503020204020204" pitchFamily="34" charset="-122"/>
                        <a:cs typeface="Calibri" panose="020F0502020204030204" charset="0"/>
                      </a:endParaRPr>
                    </a:p>
                  </a:txBody>
                  <a:tcPr anchor="ctr">
                    <a:lnL w="28575" cap="flat" cmpd="sng" algn="ctr">
                      <a:solidFill>
                        <a:srgbClr val="0070C0"/>
                      </a:solidFill>
                      <a:prstDash val="solid"/>
                      <a:round/>
                      <a:headEnd type="none" w="med" len="med"/>
                      <a:tailEnd type="none" w="med" len="med"/>
                    </a:lnL>
                    <a:lnR w="28575" cap="flat" cmpd="sng" algn="ctr">
                      <a:solidFill>
                        <a:srgbClr val="0070C0"/>
                      </a:solidFill>
                      <a:prstDash val="solid"/>
                      <a:round/>
                      <a:headEnd type="none" w="med" len="med"/>
                      <a:tailEnd type="none" w="med" len="med"/>
                    </a:lnR>
                    <a:lnT w="28575" cap="flat" cmpd="sng" algn="ctr">
                      <a:solidFill>
                        <a:srgbClr val="0070C0"/>
                      </a:solidFill>
                      <a:prstDash val="solid"/>
                      <a:round/>
                      <a:headEnd type="none" w="med" len="med"/>
                      <a:tailEnd type="none" w="med" len="med"/>
                    </a:lnT>
                    <a:lnB w="28575" cap="flat" cmpd="sng" algn="ctr">
                      <a:solidFill>
                        <a:srgbClr val="0070C0"/>
                      </a:solidFill>
                      <a:prstDash val="solid"/>
                      <a:round/>
                      <a:headEnd type="none" w="med" len="med"/>
                      <a:tailEnd type="none" w="med" len="med"/>
                    </a:lnB>
                    <a:solidFill>
                      <a:schemeClr val="bg1"/>
                    </a:solidFill>
                  </a:tcPr>
                </a:tc>
                <a:tc hMerge="1">
                  <a:txBody>
                    <a:bodyPr/>
                    <a:lstStyle/>
                    <a:p>
                      <a:endParaRPr lang="zh-CN"/>
                    </a:p>
                  </a:txBody>
                  <a:tcPr/>
                </a:tc>
                <a:tc>
                  <a:txBody>
                    <a:bodyPr/>
                    <a:lstStyle/>
                    <a:p>
                      <a:pPr algn="l">
                        <a:lnSpc>
                          <a:spcPct val="150000"/>
                        </a:lnSpc>
                      </a:pPr>
                      <a:r>
                        <a:rPr lang="zh-CN" altLang="zh-CN" sz="900" b="1" kern="1200" dirty="0" smtClean="0">
                          <a:solidFill>
                            <a:srgbClr val="0070C0"/>
                          </a:solidFill>
                          <a:effectLst/>
                          <a:latin typeface="+mj-lt"/>
                          <a:ea typeface="微软雅黑" panose="020B0503020204020204" pitchFamily="34" charset="-122"/>
                          <a:cs typeface="+mj-lt"/>
                        </a:rPr>
                        <a:t>Defocus amount:</a:t>
                      </a:r>
                    </a:p>
                    <a:p>
                      <a:pPr algn="l">
                        <a:lnSpc>
                          <a:spcPct val="150000"/>
                        </a:lnSpc>
                      </a:pPr>
                      <a:r>
                        <a:rPr lang="zh-CN" sz="900" b="1" kern="1200" dirty="0" smtClean="0">
                          <a:solidFill>
                            <a:srgbClr val="0070C0"/>
                          </a:solidFill>
                          <a:effectLst/>
                          <a:latin typeface="+mj-lt"/>
                          <a:ea typeface="微软雅黑" panose="020B0503020204020204" pitchFamily="34" charset="-122"/>
                          <a:cs typeface="+mj-lt"/>
                        </a:rPr>
                        <a:t>The focus position is the laser focus position, and the plane where the focus is located is the focal plane. Based on the workpiece surface, the focal plane has negative defocus inside the workpiece and positive defocus outside the workpiece.</a:t>
                      </a:r>
                    </a:p>
                  </a:txBody>
                  <a:tcPr anchor="ctr">
                    <a:lnL w="28575" cap="flat" cmpd="sng" algn="ctr">
                      <a:solidFill>
                        <a:srgbClr val="0070C0"/>
                      </a:solidFill>
                      <a:prstDash val="solid"/>
                      <a:round/>
                      <a:headEnd type="none" w="med" len="med"/>
                      <a:tailEnd type="none" w="med" len="med"/>
                    </a:lnL>
                    <a:lnR w="28575" cap="flat" cmpd="sng" algn="ctr">
                      <a:solidFill>
                        <a:srgbClr val="0070C0"/>
                      </a:solidFill>
                      <a:prstDash val="solid"/>
                      <a:round/>
                      <a:headEnd type="none" w="med" len="med"/>
                      <a:tailEnd type="none" w="med" len="med"/>
                    </a:lnR>
                    <a:lnT w="28575" cap="flat" cmpd="sng" algn="ctr">
                      <a:solidFill>
                        <a:srgbClr val="0070C0"/>
                      </a:solidFill>
                      <a:prstDash val="solid"/>
                      <a:round/>
                      <a:headEnd type="none" w="med" len="med"/>
                      <a:tailEnd type="none" w="med" len="med"/>
                    </a:lnT>
                    <a:lnB w="28575" cap="flat" cmpd="sng" algn="ctr">
                      <a:solidFill>
                        <a:srgbClr val="0070C0"/>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993704">
                <a:tc>
                  <a:txBody>
                    <a:bodyPr/>
                    <a:lstStyle/>
                    <a:p>
                      <a:pPr algn="l">
                        <a:lnSpc>
                          <a:spcPct val="150000"/>
                        </a:lnSpc>
                      </a:pPr>
                      <a:r>
                        <a:rPr lang="zh-CN" sz="900" b="1" kern="1200" dirty="0" smtClean="0">
                          <a:solidFill>
                            <a:srgbClr val="0070C0"/>
                          </a:solidFill>
                          <a:effectLst/>
                          <a:latin typeface="Calibri" panose="020F0502020204030204" charset="0"/>
                          <a:ea typeface="微软雅黑" panose="020B0503020204020204" pitchFamily="34" charset="-122"/>
                          <a:cs typeface="Calibri" panose="020F0502020204030204" charset="0"/>
                        </a:rPr>
                        <a:t>Cleaning speed:</a:t>
                      </a:r>
                    </a:p>
                    <a:p>
                      <a:pPr algn="l">
                        <a:lnSpc>
                          <a:spcPct val="150000"/>
                        </a:lnSpc>
                      </a:pPr>
                      <a:r>
                        <a:rPr lang="zh-CN" altLang="en-US" sz="900" b="1" kern="1200" dirty="0" smtClean="0">
                          <a:solidFill>
                            <a:srgbClr val="0070C0"/>
                          </a:solidFill>
                          <a:effectLst/>
                          <a:latin typeface="Calibri" panose="020F0502020204030204" charset="0"/>
                          <a:ea typeface="微软雅黑" panose="020B0503020204020204" pitchFamily="34" charset="-122"/>
                          <a:cs typeface="Calibri" panose="020F0502020204030204" charset="0"/>
                        </a:rPr>
                        <a:t>Manually control the speed and try to keep it as constant as possible to ensure even cleaning of the workpiece.</a:t>
                      </a:r>
                    </a:p>
                  </a:txBody>
                  <a:tcPr anchor="ctr">
                    <a:lnL w="28575" cap="flat" cmpd="sng" algn="ctr">
                      <a:solidFill>
                        <a:srgbClr val="0070C0"/>
                      </a:solidFill>
                      <a:prstDash val="solid"/>
                      <a:round/>
                      <a:headEnd type="none" w="med" len="med"/>
                      <a:tailEnd type="none" w="med" len="med"/>
                    </a:lnL>
                    <a:lnR w="28575" cap="flat" cmpd="sng" algn="ctr">
                      <a:solidFill>
                        <a:srgbClr val="0070C0"/>
                      </a:solidFill>
                      <a:prstDash val="solid"/>
                      <a:round/>
                      <a:headEnd type="none" w="med" len="med"/>
                      <a:tailEnd type="none" w="med" len="med"/>
                    </a:lnR>
                    <a:lnT w="28575" cap="flat" cmpd="sng" algn="ctr">
                      <a:solidFill>
                        <a:srgbClr val="0070C0"/>
                      </a:solidFill>
                      <a:prstDash val="solid"/>
                      <a:round/>
                      <a:headEnd type="none" w="med" len="med"/>
                      <a:tailEnd type="none" w="med" len="med"/>
                    </a:lnT>
                    <a:lnB w="28575" cap="flat" cmpd="sng" algn="ctr">
                      <a:solidFill>
                        <a:srgbClr val="0070C0"/>
                      </a:solidFill>
                      <a:prstDash val="solid"/>
                      <a:round/>
                      <a:headEnd type="none" w="med" len="med"/>
                      <a:tailEnd type="none" w="med" len="med"/>
                    </a:lnB>
                    <a:solidFill>
                      <a:schemeClr val="bg1"/>
                    </a:solidFill>
                  </a:tcPr>
                </a:tc>
                <a:tc gridSpan="2">
                  <a:txBody>
                    <a:bodyPr/>
                    <a:lstStyle/>
                    <a:p>
                      <a:pPr algn="ctr"/>
                      <a:r>
                        <a:rPr sz="900" b="1" kern="1200" dirty="0" smtClean="0">
                          <a:solidFill>
                            <a:srgbClr val="0070C0"/>
                          </a:solidFill>
                          <a:effectLst/>
                          <a:latin typeface="Calibri" panose="020F0502020204030204" charset="0"/>
                          <a:ea typeface="微软雅黑" panose="020B0503020204020204" pitchFamily="34" charset="-122"/>
                          <a:cs typeface="Calibri" panose="020F0502020204030204" charset="0"/>
                        </a:rPr>
                        <a:t>Duty cycle: refers to the proportion of light emitting time to the total time within a pulse cycle. This is generally set to 100%.</a:t>
                      </a:r>
                    </a:p>
                  </a:txBody>
                  <a:tcPr anchor="ctr">
                    <a:lnL w="28575" cap="flat" cmpd="sng" algn="ctr">
                      <a:solidFill>
                        <a:srgbClr val="0070C0"/>
                      </a:solidFill>
                      <a:prstDash val="solid"/>
                      <a:round/>
                      <a:headEnd type="none" w="med" len="med"/>
                      <a:tailEnd type="none" w="med" len="med"/>
                    </a:lnL>
                    <a:lnR w="28575" cap="flat" cmpd="sng" algn="ctr">
                      <a:solidFill>
                        <a:srgbClr val="0070C0"/>
                      </a:solidFill>
                      <a:prstDash val="solid"/>
                      <a:round/>
                      <a:headEnd type="none" w="med" len="med"/>
                      <a:tailEnd type="none" w="med" len="med"/>
                    </a:lnR>
                    <a:lnT w="28575" cap="flat" cmpd="sng" algn="ctr">
                      <a:solidFill>
                        <a:srgbClr val="0070C0"/>
                      </a:solidFill>
                      <a:prstDash val="solid"/>
                      <a:round/>
                      <a:headEnd type="none" w="med" len="med"/>
                      <a:tailEnd type="none" w="med" len="med"/>
                    </a:lnT>
                    <a:lnB w="28575" cap="flat" cmpd="sng" algn="ctr">
                      <a:solidFill>
                        <a:srgbClr val="0070C0"/>
                      </a:solidFill>
                      <a:prstDash val="solid"/>
                      <a:round/>
                      <a:headEnd type="none" w="med" len="med"/>
                      <a:tailEnd type="none" w="med" len="med"/>
                    </a:lnB>
                    <a:solidFill>
                      <a:schemeClr val="bg1"/>
                    </a:solidFill>
                  </a:tcPr>
                </a:tc>
                <a:tc hMerge="1">
                  <a:txBody>
                    <a:bodyPr/>
                    <a:lstStyle/>
                    <a:p>
                      <a:endParaRPr lang="zh-CN"/>
                    </a:p>
                  </a:txBody>
                  <a:tcPr/>
                </a:tc>
                <a:tc>
                  <a:txBody>
                    <a:bodyPr/>
                    <a:lstStyle/>
                    <a:p>
                      <a:pPr algn="l"/>
                      <a:r>
                        <a:rPr lang="zh-CN" altLang="zh-CN" sz="900" b="1" kern="1200" dirty="0" smtClean="0">
                          <a:solidFill>
                            <a:srgbClr val="0070C0"/>
                          </a:solidFill>
                          <a:effectLst/>
                          <a:latin typeface="Calibri" panose="020F0502020204030204" charset="0"/>
                          <a:ea typeface="微软雅黑" panose="020B0503020204020204" pitchFamily="34" charset="-122"/>
                          <a:cs typeface="Calibri" panose="020F0502020204030204" charset="0"/>
                        </a:rPr>
                        <a:t>Laser frequency:</a:t>
                      </a:r>
                    </a:p>
                    <a:p>
                      <a:pPr algn="l"/>
                      <a:r>
                        <a:rPr sz="900" b="1" kern="1200" dirty="0" smtClean="0">
                          <a:solidFill>
                            <a:srgbClr val="0070C0"/>
                          </a:solidFill>
                          <a:effectLst/>
                          <a:latin typeface="Calibri" panose="020F0502020204030204" charset="0"/>
                          <a:ea typeface="微软雅黑" panose="020B0503020204020204" pitchFamily="34" charset="-122"/>
                          <a:cs typeface="Calibri" panose="020F0502020204030204" charset="0"/>
                        </a:rPr>
                        <a:t>Refers to the number of times of light emission per second. The general setting here is 2000Hz.</a:t>
                      </a:r>
                    </a:p>
                  </a:txBody>
                  <a:tcPr anchor="ctr">
                    <a:lnL w="28575" cap="flat" cmpd="sng" algn="ctr">
                      <a:solidFill>
                        <a:srgbClr val="0070C0"/>
                      </a:solidFill>
                      <a:prstDash val="solid"/>
                      <a:round/>
                      <a:headEnd type="none" w="med" len="med"/>
                      <a:tailEnd type="none" w="med" len="med"/>
                    </a:lnL>
                    <a:lnR w="28575" cap="flat" cmpd="sng" algn="ctr">
                      <a:solidFill>
                        <a:srgbClr val="0070C0"/>
                      </a:solidFill>
                      <a:prstDash val="solid"/>
                      <a:round/>
                      <a:headEnd type="none" w="med" len="med"/>
                      <a:tailEnd type="none" w="med" len="med"/>
                    </a:lnR>
                    <a:lnT w="28575" cap="flat" cmpd="sng" algn="ctr">
                      <a:solidFill>
                        <a:srgbClr val="0070C0"/>
                      </a:solidFill>
                      <a:prstDash val="solid"/>
                      <a:round/>
                      <a:headEnd type="none" w="med" len="med"/>
                      <a:tailEnd type="none" w="med" len="med"/>
                    </a:lnT>
                    <a:lnB w="28575" cap="flat" cmpd="sng" algn="ctr">
                      <a:solidFill>
                        <a:srgbClr val="0070C0"/>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pic>
        <p:nvPicPr>
          <p:cNvPr id="5" name="图片 4"/>
          <p:cNvPicPr>
            <a:picLocks noChangeAspect="1"/>
          </p:cNvPicPr>
          <p:nvPr/>
        </p:nvPicPr>
        <p:blipFill>
          <a:blip r:embed="rId3"/>
          <a:stretch>
            <a:fillRect/>
          </a:stretch>
        </p:blipFill>
        <p:spPr>
          <a:xfrm>
            <a:off x="2414587" y="1417933"/>
            <a:ext cx="4168775" cy="2386330"/>
          </a:xfrm>
          <a:prstGeom prst="rect">
            <a:avLst/>
          </a:prstGeom>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28"/>
          <p:cNvSpPr/>
          <p:nvPr/>
        </p:nvSpPr>
        <p:spPr>
          <a:xfrm>
            <a:off x="0" y="0"/>
            <a:ext cx="1043939" cy="532128"/>
          </a:xfrm>
          <a:prstGeom prst="rect">
            <a:avLst/>
          </a:prstGeom>
          <a:solidFill>
            <a:srgbClr val="0263B2"/>
          </a:solidFill>
        </p:spPr>
        <p:txBody>
          <a:bodyPr vert="horz" wrap="square" lIns="0" tIns="0" rIns="0" bIns="0"/>
          <a:lstStyle/>
          <a:p>
            <a:pPr algn="l" rtl="0" eaLnBrk="0">
              <a:lnSpc>
                <a:spcPct val="107000"/>
              </a:lnSpc>
              <a:tabLst/>
            </a:pPr>
            <a:endParaRPr lang="x-none" altLang="x-none" sz="900" dirty="0"/>
          </a:p>
          <a:p>
            <a:pPr marL="363778" algn="l" rtl="0" eaLnBrk="0">
              <a:lnSpc>
                <a:spcPct val="84000"/>
              </a:lnSpc>
              <a:spcBef>
                <a:spcPts val="7"/>
              </a:spcBef>
              <a:tabLst/>
            </a:pPr>
            <a:r>
              <a:rPr lang="en-US" sz="1800" spc="30" dirty="0" smtClean="0">
                <a:solidFill>
                  <a:srgbClr val="FFFFFF">
                    <a:alpha val="100000"/>
                  </a:srgbClr>
                </a:solidFill>
                <a:latin typeface="Microsoft YaHei"/>
                <a:ea typeface="Microsoft YaHei"/>
                <a:cs typeface="Microsoft YaHei"/>
              </a:rPr>
              <a:t>05</a:t>
            </a:r>
            <a:endParaRPr lang="x-none" altLang="x-none" sz="1800" dirty="0"/>
          </a:p>
        </p:txBody>
      </p:sp>
      <p:sp>
        <p:nvSpPr>
          <p:cNvPr id="9" name="textbox 51"/>
          <p:cNvSpPr/>
          <p:nvPr/>
        </p:nvSpPr>
        <p:spPr>
          <a:xfrm>
            <a:off x="1142877" y="124771"/>
            <a:ext cx="2407920" cy="290829"/>
          </a:xfrm>
          <a:prstGeom prst="rect">
            <a:avLst/>
          </a:prstGeom>
        </p:spPr>
        <p:txBody>
          <a:bodyPr vert="horz" wrap="square" lIns="0" tIns="0" rIns="0" bIns="0"/>
          <a:lstStyle/>
          <a:p>
            <a:pPr algn="l" rtl="0" eaLnBrk="0">
              <a:lnSpc>
                <a:spcPct val="76643"/>
              </a:lnSpc>
              <a:tabLst/>
            </a:pPr>
            <a:endParaRPr lang="x-none" altLang="x-none" sz="100" dirty="0"/>
          </a:p>
          <a:p>
            <a:pPr marL="12700" eaLnBrk="0">
              <a:lnSpc>
                <a:spcPct val="97000"/>
              </a:lnSpc>
            </a:pPr>
            <a:r>
              <a:rPr lang="zh-CN" altLang="en-US" spc="-10" dirty="0">
                <a:solidFill>
                  <a:srgbClr val="0263B2">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Applications &amp; Cases</a:t>
            </a:r>
            <a:endParaRPr lang="zh-CN" altLang="en-US" spc="-10" dirty="0">
              <a:solidFill>
                <a:srgbClr val="0263B2">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9" name="textbox 27"/>
          <p:cNvSpPr/>
          <p:nvPr/>
        </p:nvSpPr>
        <p:spPr>
          <a:xfrm>
            <a:off x="0" y="4911852"/>
            <a:ext cx="9144000" cy="243840"/>
          </a:xfrm>
          <a:prstGeom prst="rect">
            <a:avLst/>
          </a:prstGeom>
          <a:solidFill>
            <a:srgbClr val="0263B2"/>
          </a:solidFill>
        </p:spPr>
        <p:txBody>
          <a:bodyPr vert="horz" wrap="square" lIns="0" tIns="0" rIns="0" bIns="0"/>
          <a:lstStyle/>
          <a:p>
            <a:pPr algn="l" rtl="0" eaLnBrk="0">
              <a:lnSpc>
                <a:spcPct val="109000"/>
              </a:lnSpc>
              <a:tabLst/>
            </a:pPr>
            <a:endParaRPr lang="x-none" altLang="x-none" sz="400" dirty="0"/>
          </a:p>
          <a:p>
            <a:pPr marL="3081083" algn="l" rtl="0" eaLnBrk="0">
              <a:lnSpc>
                <a:spcPts val="1152"/>
              </a:lnSpc>
              <a:spcBef>
                <a:spcPts val="4"/>
              </a:spcBef>
              <a:tabLst/>
            </a:pPr>
            <a:r>
              <a:rPr sz="900" spc="-20" dirty="0">
                <a:solidFill>
                  <a:srgbClr val="FFFFFF">
                    <a:alpha val="100000"/>
                  </a:srgbClr>
                </a:solidFill>
                <a:latin typeface="Microsoft YaHei"/>
                <a:ea typeface="Microsoft YaHei"/>
                <a:cs typeface="Microsoft YaHei"/>
              </a:rPr>
              <a:t>销售热线：   </a:t>
            </a:r>
            <a:r>
              <a:rPr sz="900" spc="-20" dirty="0" smtClean="0">
                <a:solidFill>
                  <a:srgbClr val="FFFFFF">
                    <a:alpha val="100000"/>
                  </a:srgbClr>
                </a:solidFill>
                <a:latin typeface="Microsoft YaHei"/>
                <a:ea typeface="Microsoft YaHei"/>
                <a:cs typeface="Microsoft YaHei"/>
              </a:rPr>
              <a:t>400-</a:t>
            </a:r>
            <a:r>
              <a:rPr lang="en-US" sz="900" spc="-20" dirty="0" smtClean="0">
                <a:solidFill>
                  <a:srgbClr val="FFFFFF">
                    <a:alpha val="100000"/>
                  </a:srgbClr>
                </a:solidFill>
                <a:latin typeface="Microsoft YaHei"/>
                <a:ea typeface="Microsoft YaHei"/>
                <a:cs typeface="Microsoft YaHei"/>
              </a:rPr>
              <a:t>666</a:t>
            </a:r>
            <a:r>
              <a:rPr sz="900" spc="-20" dirty="0" smtClean="0">
                <a:solidFill>
                  <a:srgbClr val="FFFFFF">
                    <a:alpha val="100000"/>
                  </a:srgbClr>
                </a:solidFill>
                <a:latin typeface="Microsoft YaHei"/>
                <a:ea typeface="Microsoft YaHei"/>
                <a:cs typeface="Microsoft YaHei"/>
              </a:rPr>
              <a:t>-</a:t>
            </a:r>
            <a:r>
              <a:rPr lang="en-US" sz="900" spc="-20" dirty="0" smtClean="0">
                <a:solidFill>
                  <a:srgbClr val="FFFFFF">
                    <a:alpha val="100000"/>
                  </a:srgbClr>
                </a:solidFill>
                <a:latin typeface="Microsoft YaHei"/>
                <a:ea typeface="Microsoft YaHei"/>
                <a:cs typeface="Microsoft YaHei"/>
              </a:rPr>
              <a:t>4000</a:t>
            </a:r>
            <a:r>
              <a:rPr sz="900" spc="-20" dirty="0" smtClean="0">
                <a:solidFill>
                  <a:srgbClr val="FFFFFF">
                    <a:alpha val="100000"/>
                  </a:srgbClr>
                </a:solidFill>
                <a:latin typeface="Microsoft YaHei"/>
                <a:ea typeface="Microsoft YaHei"/>
                <a:cs typeface="Microsoft YaHei"/>
              </a:rPr>
              <a:t>        </a:t>
            </a:r>
            <a:r>
              <a:rPr sz="900" spc="-20" dirty="0">
                <a:solidFill>
                  <a:srgbClr val="FFFFFF">
                    <a:alpha val="100000"/>
                  </a:srgbClr>
                </a:solidFill>
                <a:latin typeface="Microsoft YaHei"/>
                <a:ea typeface="Microsoft YaHei"/>
                <a:cs typeface="Microsoft YaHei"/>
              </a:rPr>
              <a:t>网址：  </a:t>
            </a:r>
            <a:r>
              <a:rPr sz="900" spc="-20" dirty="0" smtClean="0">
                <a:solidFill>
                  <a:srgbClr val="FFFFFF">
                    <a:alpha val="100000"/>
                  </a:srgbClr>
                </a:solidFill>
                <a:latin typeface="Microsoft YaHei"/>
                <a:ea typeface="Microsoft YaHei"/>
                <a:cs typeface="Microsoft YaHei"/>
              </a:rPr>
              <a:t>www.hans</a:t>
            </a:r>
            <a:r>
              <a:rPr lang="en-US" altLang="zh-CN" sz="900" spc="-20" dirty="0" smtClean="0">
                <a:solidFill>
                  <a:srgbClr val="FFFFFF">
                    <a:alpha val="100000"/>
                  </a:srgbClr>
                </a:solidFill>
                <a:latin typeface="Microsoft YaHei"/>
                <a:ea typeface="Microsoft YaHei"/>
                <a:cs typeface="Microsoft YaHei"/>
              </a:rPr>
              <a:t>me</a:t>
            </a:r>
            <a:r>
              <a:rPr sz="900" spc="-20" dirty="0" smtClean="0">
                <a:solidFill>
                  <a:srgbClr val="FFFFFF">
                    <a:alpha val="100000"/>
                  </a:srgbClr>
                </a:solidFill>
                <a:latin typeface="Microsoft YaHei"/>
                <a:ea typeface="Microsoft YaHei"/>
                <a:cs typeface="Microsoft YaHei"/>
              </a:rPr>
              <a:t>.</a:t>
            </a:r>
            <a:r>
              <a:rPr sz="900" spc="-10" dirty="0" smtClean="0">
                <a:solidFill>
                  <a:srgbClr val="FFFFFF">
                    <a:alpha val="100000"/>
                  </a:srgbClr>
                </a:solidFill>
                <a:latin typeface="Microsoft YaHei"/>
                <a:ea typeface="Microsoft YaHei"/>
                <a:cs typeface="Microsoft YaHei"/>
              </a:rPr>
              <a:t>c</a:t>
            </a:r>
            <a:r>
              <a:rPr sz="900" spc="0" dirty="0" smtClean="0">
                <a:solidFill>
                  <a:srgbClr val="FFFFFF">
                    <a:alpha val="100000"/>
                  </a:srgbClr>
                </a:solidFill>
                <a:latin typeface="Microsoft YaHei"/>
                <a:ea typeface="Microsoft YaHei"/>
                <a:cs typeface="Microsoft YaHei"/>
              </a:rPr>
              <a:t>om</a:t>
            </a:r>
            <a:endParaRPr lang="x-none" altLang="x-none" sz="900" dirty="0"/>
          </a:p>
        </p:txBody>
      </p:sp>
      <p:graphicFrame>
        <p:nvGraphicFramePr>
          <p:cNvPr id="21" name="表格 20"/>
          <p:cNvGraphicFramePr>
            <a:graphicFrameLocks noGrp="1"/>
          </p:cNvGraphicFramePr>
          <p:nvPr>
            <p:extLst/>
          </p:nvPr>
        </p:nvGraphicFramePr>
        <p:xfrm>
          <a:off x="285794" y="832865"/>
          <a:ext cx="8360016" cy="4035527"/>
        </p:xfrm>
        <a:graphic>
          <a:graphicData uri="http://schemas.openxmlformats.org/drawingml/2006/table">
            <a:tbl>
              <a:tblPr firstRow="1" bandRow="1">
                <a:tableStyleId>{5C22544A-7EE6-4342-B048-85BDC9FD1C3A}</a:tableStyleId>
              </a:tblPr>
              <a:tblGrid>
                <a:gridCol w="2786672">
                  <a:extLst>
                    <a:ext uri="{9D8B030D-6E8A-4147-A177-3AD203B41FA5}">
                      <a16:colId xmlns:a16="http://schemas.microsoft.com/office/drawing/2014/main" val="20000"/>
                    </a:ext>
                  </a:extLst>
                </a:gridCol>
                <a:gridCol w="2786672">
                  <a:extLst>
                    <a:ext uri="{9D8B030D-6E8A-4147-A177-3AD203B41FA5}">
                      <a16:colId xmlns:a16="http://schemas.microsoft.com/office/drawing/2014/main" val="20001"/>
                    </a:ext>
                  </a:extLst>
                </a:gridCol>
                <a:gridCol w="2786672">
                  <a:extLst>
                    <a:ext uri="{9D8B030D-6E8A-4147-A177-3AD203B41FA5}">
                      <a16:colId xmlns:a16="http://schemas.microsoft.com/office/drawing/2014/main" val="20002"/>
                    </a:ext>
                  </a:extLst>
                </a:gridCol>
              </a:tblGrid>
              <a:tr h="1889125">
                <a:tc>
                  <a:txBody>
                    <a:bodyPr/>
                    <a:lstStyle/>
                    <a:p>
                      <a:endParaRPr lang="zh-CN" altLang="en-US" dirty="0"/>
                    </a:p>
                  </a:txBody>
                  <a:tcPr>
                    <a:lnL w="28575" cap="flat" cmpd="sng" algn="ctr">
                      <a:solidFill>
                        <a:srgbClr val="0070C0"/>
                      </a:solidFill>
                      <a:prstDash val="solid"/>
                      <a:round/>
                      <a:headEnd type="none" w="med" len="med"/>
                      <a:tailEnd type="none" w="med" len="med"/>
                    </a:lnL>
                    <a:lnR w="28575" cap="flat" cmpd="sng" algn="ctr">
                      <a:solidFill>
                        <a:srgbClr val="0070C0"/>
                      </a:solidFill>
                      <a:prstDash val="solid"/>
                      <a:round/>
                      <a:headEnd type="none" w="med" len="med"/>
                      <a:tailEnd type="none" w="med" len="med"/>
                    </a:lnR>
                    <a:lnT w="28575" cap="flat" cmpd="sng" algn="ctr">
                      <a:solidFill>
                        <a:srgbClr val="0070C0"/>
                      </a:solidFill>
                      <a:prstDash val="solid"/>
                      <a:round/>
                      <a:headEnd type="none" w="med" len="med"/>
                      <a:tailEnd type="none" w="med" len="med"/>
                    </a:lnT>
                    <a:lnB w="28575" cap="flat" cmpd="sng" algn="ctr">
                      <a:solidFill>
                        <a:srgbClr val="0070C0"/>
                      </a:solidFill>
                      <a:prstDash val="solid"/>
                      <a:round/>
                      <a:headEnd type="none" w="med" len="med"/>
                      <a:tailEnd type="none" w="med" len="med"/>
                    </a:lnB>
                    <a:solidFill>
                      <a:schemeClr val="bg1"/>
                    </a:solidFill>
                  </a:tcPr>
                </a:tc>
                <a:tc>
                  <a:txBody>
                    <a:bodyPr/>
                    <a:lstStyle/>
                    <a:p>
                      <a:endParaRPr lang="zh-CN" altLang="en-US" dirty="0"/>
                    </a:p>
                  </a:txBody>
                  <a:tcPr>
                    <a:lnL w="28575" cap="flat" cmpd="sng" algn="ctr">
                      <a:solidFill>
                        <a:srgbClr val="0070C0"/>
                      </a:solidFill>
                      <a:prstDash val="solid"/>
                      <a:round/>
                      <a:headEnd type="none" w="med" len="med"/>
                      <a:tailEnd type="none" w="med" len="med"/>
                    </a:lnL>
                    <a:lnR w="28575" cap="flat" cmpd="sng" algn="ctr">
                      <a:solidFill>
                        <a:srgbClr val="0070C0"/>
                      </a:solidFill>
                      <a:prstDash val="solid"/>
                      <a:round/>
                      <a:headEnd type="none" w="med" len="med"/>
                      <a:tailEnd type="none" w="med" len="med"/>
                    </a:lnR>
                    <a:lnT w="28575" cap="flat" cmpd="sng" algn="ctr">
                      <a:solidFill>
                        <a:srgbClr val="0070C0"/>
                      </a:solidFill>
                      <a:prstDash val="solid"/>
                      <a:round/>
                      <a:headEnd type="none" w="med" len="med"/>
                      <a:tailEnd type="none" w="med" len="med"/>
                    </a:lnT>
                    <a:lnB w="28575" cap="flat" cmpd="sng" algn="ctr">
                      <a:solidFill>
                        <a:srgbClr val="0070C0"/>
                      </a:solidFill>
                      <a:prstDash val="solid"/>
                      <a:round/>
                      <a:headEnd type="none" w="med" len="med"/>
                      <a:tailEnd type="none" w="med" len="med"/>
                    </a:lnB>
                    <a:solidFill>
                      <a:schemeClr val="bg1"/>
                    </a:solidFill>
                  </a:tcPr>
                </a:tc>
                <a:tc>
                  <a:txBody>
                    <a:bodyPr/>
                    <a:lstStyle/>
                    <a:p>
                      <a:endParaRPr lang="zh-CN" altLang="en-US"/>
                    </a:p>
                  </a:txBody>
                  <a:tcPr>
                    <a:lnL w="28575" cap="flat" cmpd="sng" algn="ctr">
                      <a:solidFill>
                        <a:srgbClr val="0070C0"/>
                      </a:solidFill>
                      <a:prstDash val="solid"/>
                      <a:round/>
                      <a:headEnd type="none" w="med" len="med"/>
                      <a:tailEnd type="none" w="med" len="med"/>
                    </a:lnL>
                    <a:lnR w="28575" cap="flat" cmpd="sng" algn="ctr">
                      <a:solidFill>
                        <a:srgbClr val="0070C0"/>
                      </a:solidFill>
                      <a:prstDash val="solid"/>
                      <a:round/>
                      <a:headEnd type="none" w="med" len="med"/>
                      <a:tailEnd type="none" w="med" len="med"/>
                    </a:lnR>
                    <a:lnT w="28575" cap="flat" cmpd="sng" algn="ctr">
                      <a:solidFill>
                        <a:srgbClr val="0070C0"/>
                      </a:solidFill>
                      <a:prstDash val="solid"/>
                      <a:round/>
                      <a:headEnd type="none" w="med" len="med"/>
                      <a:tailEnd type="none" w="med" len="med"/>
                    </a:lnT>
                    <a:lnB w="28575" cap="flat" cmpd="sng" algn="ctr">
                      <a:solidFill>
                        <a:srgbClr val="0070C0"/>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2146402">
                <a:tc>
                  <a:txBody>
                    <a:bodyPr/>
                    <a:lstStyle/>
                    <a:p>
                      <a:endParaRPr lang="zh-CN" altLang="en-US" dirty="0"/>
                    </a:p>
                  </a:txBody>
                  <a:tcPr>
                    <a:lnL w="28575" cap="flat" cmpd="sng" algn="ctr">
                      <a:solidFill>
                        <a:srgbClr val="0070C0"/>
                      </a:solidFill>
                      <a:prstDash val="solid"/>
                      <a:round/>
                      <a:headEnd type="none" w="med" len="med"/>
                      <a:tailEnd type="none" w="med" len="med"/>
                    </a:lnL>
                    <a:lnR w="28575" cap="flat" cmpd="sng" algn="ctr">
                      <a:solidFill>
                        <a:srgbClr val="0070C0"/>
                      </a:solidFill>
                      <a:prstDash val="solid"/>
                      <a:round/>
                      <a:headEnd type="none" w="med" len="med"/>
                      <a:tailEnd type="none" w="med" len="med"/>
                    </a:lnR>
                    <a:lnT w="28575" cap="flat" cmpd="sng" algn="ctr">
                      <a:solidFill>
                        <a:srgbClr val="0070C0"/>
                      </a:solidFill>
                      <a:prstDash val="solid"/>
                      <a:round/>
                      <a:headEnd type="none" w="med" len="med"/>
                      <a:tailEnd type="none" w="med" len="med"/>
                    </a:lnT>
                    <a:lnB w="28575" cap="flat" cmpd="sng" algn="ctr">
                      <a:solidFill>
                        <a:srgbClr val="0070C0"/>
                      </a:solidFill>
                      <a:prstDash val="solid"/>
                      <a:round/>
                      <a:headEnd type="none" w="med" len="med"/>
                      <a:tailEnd type="none" w="med" len="med"/>
                    </a:lnB>
                    <a:solidFill>
                      <a:schemeClr val="bg1"/>
                    </a:solidFill>
                  </a:tcPr>
                </a:tc>
                <a:tc>
                  <a:txBody>
                    <a:bodyPr/>
                    <a:lstStyle/>
                    <a:p>
                      <a:endParaRPr lang="zh-CN" altLang="en-US" dirty="0"/>
                    </a:p>
                  </a:txBody>
                  <a:tcPr>
                    <a:lnL w="28575" cap="flat" cmpd="sng" algn="ctr">
                      <a:solidFill>
                        <a:srgbClr val="0070C0"/>
                      </a:solidFill>
                      <a:prstDash val="solid"/>
                      <a:round/>
                      <a:headEnd type="none" w="med" len="med"/>
                      <a:tailEnd type="none" w="med" len="med"/>
                    </a:lnL>
                    <a:lnR w="28575" cap="flat" cmpd="sng" algn="ctr">
                      <a:solidFill>
                        <a:srgbClr val="0070C0"/>
                      </a:solidFill>
                      <a:prstDash val="solid"/>
                      <a:round/>
                      <a:headEnd type="none" w="med" len="med"/>
                      <a:tailEnd type="none" w="med" len="med"/>
                    </a:lnR>
                    <a:lnT w="28575" cap="flat" cmpd="sng" algn="ctr">
                      <a:solidFill>
                        <a:srgbClr val="0070C0"/>
                      </a:solidFill>
                      <a:prstDash val="solid"/>
                      <a:round/>
                      <a:headEnd type="none" w="med" len="med"/>
                      <a:tailEnd type="none" w="med" len="med"/>
                    </a:lnT>
                    <a:lnB w="28575" cap="flat" cmpd="sng" algn="ctr">
                      <a:solidFill>
                        <a:srgbClr val="0070C0"/>
                      </a:solidFill>
                      <a:prstDash val="solid"/>
                      <a:round/>
                      <a:headEnd type="none" w="med" len="med"/>
                      <a:tailEnd type="none" w="med" len="med"/>
                    </a:lnB>
                    <a:solidFill>
                      <a:schemeClr val="bg1"/>
                    </a:solidFill>
                  </a:tcPr>
                </a:tc>
                <a:tc>
                  <a:txBody>
                    <a:bodyPr/>
                    <a:lstStyle/>
                    <a:p>
                      <a:endParaRPr lang="zh-CN" altLang="en-US" dirty="0"/>
                    </a:p>
                  </a:txBody>
                  <a:tcPr>
                    <a:lnL w="28575" cap="flat" cmpd="sng" algn="ctr">
                      <a:solidFill>
                        <a:srgbClr val="0070C0"/>
                      </a:solidFill>
                      <a:prstDash val="solid"/>
                      <a:round/>
                      <a:headEnd type="none" w="med" len="med"/>
                      <a:tailEnd type="none" w="med" len="med"/>
                    </a:lnL>
                    <a:lnR w="28575" cap="flat" cmpd="sng" algn="ctr">
                      <a:solidFill>
                        <a:srgbClr val="0070C0"/>
                      </a:solidFill>
                      <a:prstDash val="solid"/>
                      <a:round/>
                      <a:headEnd type="none" w="med" len="med"/>
                      <a:tailEnd type="none" w="med" len="med"/>
                    </a:lnR>
                    <a:lnT w="28575" cap="flat" cmpd="sng" algn="ctr">
                      <a:solidFill>
                        <a:srgbClr val="0070C0"/>
                      </a:solidFill>
                      <a:prstDash val="solid"/>
                      <a:round/>
                      <a:headEnd type="none" w="med" len="med"/>
                      <a:tailEnd type="none" w="med" len="med"/>
                    </a:lnT>
                    <a:lnB w="28575" cap="flat" cmpd="sng" algn="ctr">
                      <a:solidFill>
                        <a:srgbClr val="0070C0"/>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bl>
          </a:graphicData>
        </a:graphic>
      </p:graphicFrame>
      <p:grpSp>
        <p:nvGrpSpPr>
          <p:cNvPr id="33" name="组合 32"/>
          <p:cNvGrpSpPr/>
          <p:nvPr/>
        </p:nvGrpSpPr>
        <p:grpSpPr>
          <a:xfrm>
            <a:off x="4368029" y="4547820"/>
            <a:ext cx="239443" cy="239443"/>
            <a:chOff x="1219604" y="4313828"/>
            <a:chExt cx="239443" cy="239443"/>
          </a:xfrm>
        </p:grpSpPr>
        <p:sp>
          <p:nvSpPr>
            <p:cNvPr id="34" name="Oval 197"/>
            <p:cNvSpPr>
              <a:spLocks noChangeArrowheads="1"/>
            </p:cNvSpPr>
            <p:nvPr/>
          </p:nvSpPr>
          <p:spPr bwMode="auto">
            <a:xfrm>
              <a:off x="1219604" y="4313828"/>
              <a:ext cx="239443" cy="239443"/>
            </a:xfrm>
            <a:prstGeom prst="ellipse">
              <a:avLst/>
            </a:prstGeom>
            <a:noFill/>
            <a:ln w="23813" cap="flat">
              <a:solidFill>
                <a:schemeClr val="accent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35" name="Freeform 198">
              <a:hlinkClick r:id="rId3" action="ppaction://hlinkfile"/>
            </p:cNvPr>
            <p:cNvSpPr>
              <a:spLocks/>
            </p:cNvSpPr>
            <p:nvPr/>
          </p:nvSpPr>
          <p:spPr bwMode="auto">
            <a:xfrm>
              <a:off x="1308003" y="4393874"/>
              <a:ext cx="81439" cy="77262"/>
            </a:xfrm>
            <a:custGeom>
              <a:avLst/>
              <a:gdLst>
                <a:gd name="T0" fmla="*/ 0 w 117"/>
                <a:gd name="T1" fmla="*/ 0 h 111"/>
                <a:gd name="T2" fmla="*/ 117 w 117"/>
                <a:gd name="T3" fmla="*/ 57 h 111"/>
                <a:gd name="T4" fmla="*/ 0 w 117"/>
                <a:gd name="T5" fmla="*/ 111 h 111"/>
                <a:gd name="T6" fmla="*/ 0 w 117"/>
                <a:gd name="T7" fmla="*/ 0 h 111"/>
              </a:gdLst>
              <a:ahLst/>
              <a:cxnLst>
                <a:cxn ang="0">
                  <a:pos x="T0" y="T1"/>
                </a:cxn>
                <a:cxn ang="0">
                  <a:pos x="T2" y="T3"/>
                </a:cxn>
                <a:cxn ang="0">
                  <a:pos x="T4" y="T5"/>
                </a:cxn>
                <a:cxn ang="0">
                  <a:pos x="T6" y="T7"/>
                </a:cxn>
              </a:cxnLst>
              <a:rect l="0" t="0" r="r" b="b"/>
              <a:pathLst>
                <a:path w="117" h="111">
                  <a:moveTo>
                    <a:pt x="0" y="0"/>
                  </a:moveTo>
                  <a:lnTo>
                    <a:pt x="117" y="57"/>
                  </a:lnTo>
                  <a:lnTo>
                    <a:pt x="0" y="111"/>
                  </a:lnTo>
                  <a:lnTo>
                    <a:pt x="0" y="0"/>
                  </a:lnTo>
                  <a:close/>
                </a:path>
              </a:pathLst>
            </a:custGeom>
            <a:solidFill>
              <a:srgbClr val="00B050"/>
            </a:solidFill>
            <a:ln w="23813" cap="flat">
              <a:solidFill>
                <a:srgbClr val="00B050"/>
              </a:solidFill>
              <a:prstDash val="solid"/>
              <a:miter lim="800000"/>
              <a:headEnd/>
              <a:tailEnd/>
            </a:ln>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22" name="组合 21"/>
          <p:cNvGrpSpPr/>
          <p:nvPr/>
        </p:nvGrpSpPr>
        <p:grpSpPr>
          <a:xfrm>
            <a:off x="7162789" y="4547820"/>
            <a:ext cx="239443" cy="239443"/>
            <a:chOff x="1219604" y="4313828"/>
            <a:chExt cx="239443" cy="239443"/>
          </a:xfrm>
        </p:grpSpPr>
        <p:sp>
          <p:nvSpPr>
            <p:cNvPr id="23" name="Oval 197"/>
            <p:cNvSpPr>
              <a:spLocks noChangeArrowheads="1"/>
            </p:cNvSpPr>
            <p:nvPr/>
          </p:nvSpPr>
          <p:spPr bwMode="auto">
            <a:xfrm>
              <a:off x="1219604" y="4313828"/>
              <a:ext cx="239443" cy="239443"/>
            </a:xfrm>
            <a:prstGeom prst="ellipse">
              <a:avLst/>
            </a:prstGeom>
            <a:noFill/>
            <a:ln w="23813" cap="flat">
              <a:solidFill>
                <a:schemeClr val="accent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24" name="Freeform 198">
              <a:hlinkClick r:id="rId3" action="ppaction://hlinkfile"/>
            </p:cNvPr>
            <p:cNvSpPr>
              <a:spLocks/>
            </p:cNvSpPr>
            <p:nvPr/>
          </p:nvSpPr>
          <p:spPr bwMode="auto">
            <a:xfrm>
              <a:off x="1308003" y="4393874"/>
              <a:ext cx="81439" cy="77262"/>
            </a:xfrm>
            <a:custGeom>
              <a:avLst/>
              <a:gdLst>
                <a:gd name="T0" fmla="*/ 0 w 117"/>
                <a:gd name="T1" fmla="*/ 0 h 111"/>
                <a:gd name="T2" fmla="*/ 117 w 117"/>
                <a:gd name="T3" fmla="*/ 57 h 111"/>
                <a:gd name="T4" fmla="*/ 0 w 117"/>
                <a:gd name="T5" fmla="*/ 111 h 111"/>
                <a:gd name="T6" fmla="*/ 0 w 117"/>
                <a:gd name="T7" fmla="*/ 0 h 111"/>
              </a:gdLst>
              <a:ahLst/>
              <a:cxnLst>
                <a:cxn ang="0">
                  <a:pos x="T0" y="T1"/>
                </a:cxn>
                <a:cxn ang="0">
                  <a:pos x="T2" y="T3"/>
                </a:cxn>
                <a:cxn ang="0">
                  <a:pos x="T4" y="T5"/>
                </a:cxn>
                <a:cxn ang="0">
                  <a:pos x="T6" y="T7"/>
                </a:cxn>
              </a:cxnLst>
              <a:rect l="0" t="0" r="r" b="b"/>
              <a:pathLst>
                <a:path w="117" h="111">
                  <a:moveTo>
                    <a:pt x="0" y="0"/>
                  </a:moveTo>
                  <a:lnTo>
                    <a:pt x="117" y="57"/>
                  </a:lnTo>
                  <a:lnTo>
                    <a:pt x="0" y="111"/>
                  </a:lnTo>
                  <a:lnTo>
                    <a:pt x="0" y="0"/>
                  </a:lnTo>
                  <a:close/>
                </a:path>
              </a:pathLst>
            </a:custGeom>
            <a:solidFill>
              <a:srgbClr val="00B050"/>
            </a:solidFill>
            <a:ln w="23813" cap="flat">
              <a:solidFill>
                <a:srgbClr val="00B050"/>
              </a:solidFill>
              <a:prstDash val="solid"/>
              <a:miter lim="800000"/>
              <a:headEnd/>
              <a:tailEnd/>
            </a:ln>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25" name="组合 24"/>
          <p:cNvGrpSpPr/>
          <p:nvPr/>
        </p:nvGrpSpPr>
        <p:grpSpPr>
          <a:xfrm>
            <a:off x="1542878" y="4548452"/>
            <a:ext cx="239443" cy="239443"/>
            <a:chOff x="1219604" y="4313828"/>
            <a:chExt cx="239443" cy="239443"/>
          </a:xfrm>
        </p:grpSpPr>
        <p:sp>
          <p:nvSpPr>
            <p:cNvPr id="26" name="Oval 197"/>
            <p:cNvSpPr>
              <a:spLocks noChangeArrowheads="1"/>
            </p:cNvSpPr>
            <p:nvPr/>
          </p:nvSpPr>
          <p:spPr bwMode="auto">
            <a:xfrm>
              <a:off x="1219604" y="4313828"/>
              <a:ext cx="239443" cy="239443"/>
            </a:xfrm>
            <a:prstGeom prst="ellipse">
              <a:avLst/>
            </a:prstGeom>
            <a:noFill/>
            <a:ln w="23813" cap="flat">
              <a:solidFill>
                <a:schemeClr val="accent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27" name="Freeform 198">
              <a:hlinkClick r:id="rId3" action="ppaction://hlinkfile"/>
            </p:cNvPr>
            <p:cNvSpPr>
              <a:spLocks/>
            </p:cNvSpPr>
            <p:nvPr/>
          </p:nvSpPr>
          <p:spPr bwMode="auto">
            <a:xfrm>
              <a:off x="1308003" y="4393874"/>
              <a:ext cx="81439" cy="77262"/>
            </a:xfrm>
            <a:custGeom>
              <a:avLst/>
              <a:gdLst>
                <a:gd name="T0" fmla="*/ 0 w 117"/>
                <a:gd name="T1" fmla="*/ 0 h 111"/>
                <a:gd name="T2" fmla="*/ 117 w 117"/>
                <a:gd name="T3" fmla="*/ 57 h 111"/>
                <a:gd name="T4" fmla="*/ 0 w 117"/>
                <a:gd name="T5" fmla="*/ 111 h 111"/>
                <a:gd name="T6" fmla="*/ 0 w 117"/>
                <a:gd name="T7" fmla="*/ 0 h 111"/>
              </a:gdLst>
              <a:ahLst/>
              <a:cxnLst>
                <a:cxn ang="0">
                  <a:pos x="T0" y="T1"/>
                </a:cxn>
                <a:cxn ang="0">
                  <a:pos x="T2" y="T3"/>
                </a:cxn>
                <a:cxn ang="0">
                  <a:pos x="T4" y="T5"/>
                </a:cxn>
                <a:cxn ang="0">
                  <a:pos x="T6" y="T7"/>
                </a:cxn>
              </a:cxnLst>
              <a:rect l="0" t="0" r="r" b="b"/>
              <a:pathLst>
                <a:path w="117" h="111">
                  <a:moveTo>
                    <a:pt x="0" y="0"/>
                  </a:moveTo>
                  <a:lnTo>
                    <a:pt x="117" y="57"/>
                  </a:lnTo>
                  <a:lnTo>
                    <a:pt x="0" y="111"/>
                  </a:lnTo>
                  <a:lnTo>
                    <a:pt x="0" y="0"/>
                  </a:lnTo>
                  <a:close/>
                </a:path>
              </a:pathLst>
            </a:custGeom>
            <a:solidFill>
              <a:srgbClr val="00B050"/>
            </a:solidFill>
            <a:ln w="23813" cap="flat">
              <a:solidFill>
                <a:srgbClr val="00B050"/>
              </a:solidFill>
              <a:prstDash val="solid"/>
              <a:miter lim="800000"/>
              <a:headEnd/>
              <a:tailEnd/>
            </a:ln>
            <a:extLst/>
          </p:spPr>
          <p:txBody>
            <a:bodyPr vert="horz" wrap="square" lIns="91440" tIns="45720" rIns="91440" bIns="45720" numCol="1" anchor="t" anchorCtr="0" compatLnSpc="1">
              <a:prstTxWarp prst="textNoShape">
                <a:avLst/>
              </a:prstTxWarp>
            </a:bodyPr>
            <a:lstStyle/>
            <a:p>
              <a:endParaRPr lang="zh-CN" altLang="en-US"/>
            </a:p>
          </p:txBody>
        </p:sp>
      </p:grpSp>
      <p:pic>
        <p:nvPicPr>
          <p:cNvPr id="8" name="图片 7"/>
          <p:cNvPicPr>
            <a:picLocks noChangeAspect="1"/>
          </p:cNvPicPr>
          <p:nvPr/>
        </p:nvPicPr>
        <p:blipFill rotWithShape="1">
          <a:blip r:embed="rId4" cstate="print">
            <a:extLst>
              <a:ext uri="{28A0092B-C50C-407E-A947-70E740481C1C}">
                <a14:useLocalDpi xmlns:a14="http://schemas.microsoft.com/office/drawing/2010/main" val="0"/>
              </a:ext>
            </a:extLst>
          </a:blip>
          <a:srcRect b="13073"/>
          <a:stretch/>
        </p:blipFill>
        <p:spPr>
          <a:xfrm>
            <a:off x="6092204" y="881024"/>
            <a:ext cx="2380614" cy="1790517"/>
          </a:xfrm>
          <a:prstGeom prst="rect">
            <a:avLst/>
          </a:prstGeom>
        </p:spPr>
      </p:pic>
      <p:pic>
        <p:nvPicPr>
          <p:cNvPr id="10" name="图片 9"/>
          <p:cNvPicPr>
            <a:picLocks noChangeAspect="1"/>
          </p:cNvPicPr>
          <p:nvPr/>
        </p:nvPicPr>
        <p:blipFill rotWithShape="1">
          <a:blip r:embed="rId5" cstate="print">
            <a:extLst>
              <a:ext uri="{28A0092B-C50C-407E-A947-70E740481C1C}">
                <a14:useLocalDpi xmlns:a14="http://schemas.microsoft.com/office/drawing/2010/main" val="0"/>
              </a:ext>
            </a:extLst>
          </a:blip>
          <a:srcRect b="13441"/>
          <a:stretch/>
        </p:blipFill>
        <p:spPr>
          <a:xfrm>
            <a:off x="464902" y="881024"/>
            <a:ext cx="2395398" cy="1794013"/>
          </a:xfrm>
          <a:prstGeom prst="rect">
            <a:avLst/>
          </a:prstGeom>
        </p:spPr>
      </p:pic>
      <p:pic>
        <p:nvPicPr>
          <p:cNvPr id="11" name="图片 10"/>
          <p:cNvPicPr>
            <a:picLocks noChangeAspect="1"/>
          </p:cNvPicPr>
          <p:nvPr/>
        </p:nvPicPr>
        <p:blipFill rotWithShape="1">
          <a:blip r:embed="rId6" cstate="print">
            <a:extLst>
              <a:ext uri="{28A0092B-C50C-407E-A947-70E740481C1C}">
                <a14:useLocalDpi xmlns:a14="http://schemas.microsoft.com/office/drawing/2010/main" val="0"/>
              </a:ext>
            </a:extLst>
          </a:blip>
          <a:srcRect b="13686"/>
          <a:stretch/>
        </p:blipFill>
        <p:spPr>
          <a:xfrm>
            <a:off x="3279321" y="881024"/>
            <a:ext cx="2397521" cy="1790517"/>
          </a:xfrm>
          <a:prstGeom prst="rect">
            <a:avLst/>
          </a:prstGeom>
        </p:spPr>
      </p:pic>
      <p:sp>
        <p:nvSpPr>
          <p:cNvPr id="12" name="文本框 11"/>
          <p:cNvSpPr txBox="1"/>
          <p:nvPr/>
        </p:nvSpPr>
        <p:spPr>
          <a:xfrm>
            <a:off x="940866" y="2299686"/>
            <a:ext cx="1462260" cy="33855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nchorCtr="0">
            <a:spAutoFit/>
          </a:bodyPr>
          <a:lstStyle/>
          <a:p>
            <a:pPr algn="l"/>
            <a:r>
              <a:rPr lang="en-US" altLang="zh-CN" sz="1600" dirty="0" smtClean="0">
                <a:solidFill>
                  <a:srgbClr val="FF0000"/>
                </a:solidFill>
                <a:latin typeface="思源黑体" panose="020B0500000000000000" charset="-122"/>
                <a:ea typeface="思源黑体" panose="020B0500000000000000" charset="-122"/>
                <a:cs typeface="华文新魏" panose="02010800040101010101" charset="-122"/>
              </a:rPr>
              <a:t>Floating rust</a:t>
            </a:r>
            <a:endParaRPr lang="zh-CN" altLang="en-US" sz="1600" dirty="0">
              <a:solidFill>
                <a:srgbClr val="FF0000"/>
              </a:solidFill>
              <a:latin typeface="思源黑体" panose="020B0500000000000000" charset="-122"/>
              <a:ea typeface="思源黑体" panose="020B0500000000000000" charset="-122"/>
              <a:cs typeface="华文新魏" panose="02010800040101010101" charset="-122"/>
            </a:endParaRPr>
          </a:p>
        </p:txBody>
      </p:sp>
      <p:sp>
        <p:nvSpPr>
          <p:cNvPr id="32" name="文本框 31"/>
          <p:cNvSpPr txBox="1"/>
          <p:nvPr/>
        </p:nvSpPr>
        <p:spPr>
          <a:xfrm>
            <a:off x="3972316" y="2331697"/>
            <a:ext cx="1199367" cy="33855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nchorCtr="0">
            <a:spAutoFit/>
          </a:bodyPr>
          <a:lstStyle/>
          <a:p>
            <a:pPr algn="l"/>
            <a:r>
              <a:rPr lang="en-US" altLang="zh-CN" sz="1600" dirty="0" smtClean="0">
                <a:solidFill>
                  <a:srgbClr val="FF0000"/>
                </a:solidFill>
                <a:latin typeface="思源黑体" panose="020B0500000000000000" charset="-122"/>
                <a:ea typeface="思源黑体" panose="020B0500000000000000" charset="-122"/>
                <a:cs typeface="华文新魏" panose="02010800040101010101" charset="-122"/>
              </a:rPr>
              <a:t>Corrosion</a:t>
            </a:r>
            <a:endParaRPr lang="zh-CN" altLang="en-US" sz="1600" dirty="0">
              <a:solidFill>
                <a:srgbClr val="FF0000"/>
              </a:solidFill>
              <a:latin typeface="思源黑体" panose="020B0500000000000000" charset="-122"/>
              <a:ea typeface="思源黑体" panose="020B0500000000000000" charset="-122"/>
              <a:cs typeface="华文新魏" panose="02010800040101010101" charset="-122"/>
            </a:endParaRPr>
          </a:p>
        </p:txBody>
      </p:sp>
      <p:pic>
        <p:nvPicPr>
          <p:cNvPr id="13" name="图片 12"/>
          <p:cNvPicPr>
            <a:picLocks noChangeAspect="1"/>
          </p:cNvPicPr>
          <p:nvPr/>
        </p:nvPicPr>
        <p:blipFill>
          <a:blip r:embed="rId7"/>
          <a:stretch>
            <a:fillRect/>
          </a:stretch>
        </p:blipFill>
        <p:spPr>
          <a:xfrm>
            <a:off x="464902" y="2788608"/>
            <a:ext cx="2395398" cy="1677947"/>
          </a:xfrm>
          <a:prstGeom prst="rect">
            <a:avLst/>
          </a:prstGeom>
        </p:spPr>
      </p:pic>
      <p:sp>
        <p:nvSpPr>
          <p:cNvPr id="36" name="文本框 35"/>
          <p:cNvSpPr txBox="1"/>
          <p:nvPr/>
        </p:nvSpPr>
        <p:spPr>
          <a:xfrm>
            <a:off x="6975596" y="2331697"/>
            <a:ext cx="694036" cy="33855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nchorCtr="0">
            <a:spAutoFit/>
          </a:bodyPr>
          <a:lstStyle/>
          <a:p>
            <a:pPr algn="l"/>
            <a:r>
              <a:rPr lang="en-US" altLang="zh-CN" sz="1600" dirty="0" smtClean="0">
                <a:solidFill>
                  <a:srgbClr val="FF0000"/>
                </a:solidFill>
                <a:latin typeface="思源黑体" panose="020B0500000000000000" charset="-122"/>
                <a:ea typeface="思源黑体" panose="020B0500000000000000" charset="-122"/>
                <a:cs typeface="华文新魏" panose="02010800040101010101" charset="-122"/>
              </a:rPr>
              <a:t>Paint</a:t>
            </a:r>
            <a:endParaRPr lang="zh-CN" altLang="en-US" sz="1600" dirty="0">
              <a:solidFill>
                <a:srgbClr val="FF0000"/>
              </a:solidFill>
              <a:latin typeface="思源黑体" panose="020B0500000000000000" charset="-122"/>
              <a:ea typeface="思源黑体" panose="020B0500000000000000" charset="-122"/>
              <a:cs typeface="华文新魏" panose="02010800040101010101" charset="-122"/>
            </a:endParaRPr>
          </a:p>
        </p:txBody>
      </p:sp>
      <p:pic>
        <p:nvPicPr>
          <p:cNvPr id="14" name="图片 13"/>
          <p:cNvPicPr>
            <a:picLocks noChangeAspect="1"/>
          </p:cNvPicPr>
          <p:nvPr/>
        </p:nvPicPr>
        <p:blipFill rotWithShape="1">
          <a:blip r:embed="rId8"/>
          <a:srcRect t="34825"/>
          <a:stretch/>
        </p:blipFill>
        <p:spPr>
          <a:xfrm>
            <a:off x="6141726" y="2788609"/>
            <a:ext cx="2331092" cy="1676817"/>
          </a:xfrm>
          <a:prstGeom prst="rect">
            <a:avLst/>
          </a:prstGeom>
        </p:spPr>
      </p:pic>
      <p:pic>
        <p:nvPicPr>
          <p:cNvPr id="16" name="图片 15"/>
          <p:cNvPicPr>
            <a:picLocks noChangeAspect="1"/>
          </p:cNvPicPr>
          <p:nvPr/>
        </p:nvPicPr>
        <p:blipFill rotWithShape="1">
          <a:blip r:embed="rId9"/>
          <a:srcRect r="21029"/>
          <a:stretch/>
        </p:blipFill>
        <p:spPr>
          <a:xfrm>
            <a:off x="3276959" y="2788609"/>
            <a:ext cx="2473709" cy="1676818"/>
          </a:xfrm>
          <a:prstGeom prst="rect">
            <a:avLst/>
          </a:prstGeom>
        </p:spPr>
      </p:pic>
    </p:spTree>
    <p:extLst>
      <p:ext uri="{BB962C8B-B14F-4D97-AF65-F5344CB8AC3E}">
        <p14:creationId xmlns:p14="http://schemas.microsoft.com/office/powerpoint/2010/main" val="200087446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28"/>
          <p:cNvSpPr/>
          <p:nvPr/>
        </p:nvSpPr>
        <p:spPr>
          <a:xfrm>
            <a:off x="0" y="0"/>
            <a:ext cx="1043939" cy="532128"/>
          </a:xfrm>
          <a:prstGeom prst="rect">
            <a:avLst/>
          </a:prstGeom>
          <a:solidFill>
            <a:srgbClr val="0263B2"/>
          </a:solidFill>
        </p:spPr>
        <p:txBody>
          <a:bodyPr vert="horz" wrap="square" lIns="0" tIns="0" rIns="0" bIns="0"/>
          <a:lstStyle/>
          <a:p>
            <a:pPr algn="l" rtl="0" eaLnBrk="0">
              <a:lnSpc>
                <a:spcPct val="107000"/>
              </a:lnSpc>
            </a:pPr>
            <a:endParaRPr lang="x-none" altLang="x-none" sz="900" dirty="0"/>
          </a:p>
          <a:p>
            <a:pPr marL="363855" algn="l" rtl="0" eaLnBrk="0">
              <a:lnSpc>
                <a:spcPct val="84000"/>
              </a:lnSpc>
              <a:spcBef>
                <a:spcPts val="5"/>
              </a:spcBef>
            </a:pPr>
            <a:r>
              <a:rPr lang="en-US" sz="1800" spc="30" dirty="0" smtClean="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06</a:t>
            </a:r>
            <a:endParaRPr lang="x-none" altLang="x-none" sz="1800" dirty="0"/>
          </a:p>
        </p:txBody>
      </p:sp>
      <p:sp>
        <p:nvSpPr>
          <p:cNvPr id="9" name="textbox 51"/>
          <p:cNvSpPr/>
          <p:nvPr/>
        </p:nvSpPr>
        <p:spPr>
          <a:xfrm>
            <a:off x="1143000" y="124460"/>
            <a:ext cx="3681730" cy="290830"/>
          </a:xfrm>
          <a:prstGeom prst="rect">
            <a:avLst/>
          </a:prstGeom>
        </p:spPr>
        <p:txBody>
          <a:bodyPr vert="horz" wrap="square" lIns="0" tIns="0" rIns="0" bIns="0"/>
          <a:lstStyle/>
          <a:p>
            <a:pPr algn="l" rtl="0" eaLnBrk="0">
              <a:lnSpc>
                <a:spcPct val="77000"/>
              </a:lnSpc>
            </a:pPr>
            <a:endParaRPr lang="x-none" altLang="x-none" sz="100" dirty="0"/>
          </a:p>
          <a:p>
            <a:pPr marL="12700" algn="l" rtl="0" eaLnBrk="0">
              <a:lnSpc>
                <a:spcPct val="97000"/>
              </a:lnSpc>
            </a:pPr>
            <a:r>
              <a:rPr lang="zh-CN" altLang="en-US" sz="1600" spc="-10" dirty="0" smtClean="0">
                <a:solidFill>
                  <a:srgbClr val="0263B2">
                    <a:alpha val="100000"/>
                  </a:srgbClr>
                </a:solidFill>
                <a:latin typeface="微软雅黑" panose="020B0503020204020204" pitchFamily="34" charset="-122"/>
                <a:ea typeface="微软雅黑" panose="020B0503020204020204" pitchFamily="34" charset="-122"/>
                <a:cs typeface="微软雅黑" panose="020B0503020204020204" pitchFamily="34" charset="-122"/>
              </a:rPr>
              <a:t>Parts and accessories selection list</a:t>
            </a:r>
          </a:p>
        </p:txBody>
      </p:sp>
      <p:graphicFrame>
        <p:nvGraphicFramePr>
          <p:cNvPr id="2" name="表格 1"/>
          <p:cNvGraphicFramePr>
            <a:graphicFrameLocks noGrp="1"/>
          </p:cNvGraphicFramePr>
          <p:nvPr/>
        </p:nvGraphicFramePr>
        <p:xfrm>
          <a:off x="855118" y="982794"/>
          <a:ext cx="7433763" cy="2951410"/>
        </p:xfrm>
        <a:graphic>
          <a:graphicData uri="http://schemas.openxmlformats.org/drawingml/2006/table">
            <a:tbl>
              <a:tblPr firstRow="1" firstCol="1" lastRow="1" lastCol="1" bandRow="1" bandCol="1">
                <a:tableStyleId>{5C22544A-7EE6-4342-B048-85BDC9FD1C3A}</a:tableStyleId>
              </a:tblPr>
              <a:tblGrid>
                <a:gridCol w="491893">
                  <a:extLst>
                    <a:ext uri="{9D8B030D-6E8A-4147-A177-3AD203B41FA5}">
                      <a16:colId xmlns:a16="http://schemas.microsoft.com/office/drawing/2014/main" val="20000"/>
                    </a:ext>
                  </a:extLst>
                </a:gridCol>
                <a:gridCol w="1011510">
                  <a:extLst>
                    <a:ext uri="{9D8B030D-6E8A-4147-A177-3AD203B41FA5}">
                      <a16:colId xmlns:a16="http://schemas.microsoft.com/office/drawing/2014/main" val="20001"/>
                    </a:ext>
                  </a:extLst>
                </a:gridCol>
                <a:gridCol w="1109893">
                  <a:extLst>
                    <a:ext uri="{9D8B030D-6E8A-4147-A177-3AD203B41FA5}">
                      <a16:colId xmlns:a16="http://schemas.microsoft.com/office/drawing/2014/main" val="20002"/>
                    </a:ext>
                  </a:extLst>
                </a:gridCol>
                <a:gridCol w="2055823">
                  <a:extLst>
                    <a:ext uri="{9D8B030D-6E8A-4147-A177-3AD203B41FA5}">
                      <a16:colId xmlns:a16="http://schemas.microsoft.com/office/drawing/2014/main" val="20003"/>
                    </a:ext>
                  </a:extLst>
                </a:gridCol>
                <a:gridCol w="573865">
                  <a:extLst>
                    <a:ext uri="{9D8B030D-6E8A-4147-A177-3AD203B41FA5}">
                      <a16:colId xmlns:a16="http://schemas.microsoft.com/office/drawing/2014/main" val="20004"/>
                    </a:ext>
                  </a:extLst>
                </a:gridCol>
                <a:gridCol w="1016199">
                  <a:extLst>
                    <a:ext uri="{9D8B030D-6E8A-4147-A177-3AD203B41FA5}">
                      <a16:colId xmlns:a16="http://schemas.microsoft.com/office/drawing/2014/main" val="20005"/>
                    </a:ext>
                  </a:extLst>
                </a:gridCol>
                <a:gridCol w="1174580">
                  <a:extLst>
                    <a:ext uri="{9D8B030D-6E8A-4147-A177-3AD203B41FA5}">
                      <a16:colId xmlns:a16="http://schemas.microsoft.com/office/drawing/2014/main" val="20006"/>
                    </a:ext>
                  </a:extLst>
                </a:gridCol>
              </a:tblGrid>
              <a:tr h="373971">
                <a:tc>
                  <a:txBody>
                    <a:bodyPr/>
                    <a:lstStyle/>
                    <a:p>
                      <a:pPr algn="ctr">
                        <a:spcAft>
                          <a:spcPts val="0"/>
                        </a:spcAft>
                      </a:pPr>
                      <a:r>
                        <a:rPr lang="en-US" altLang="zh-CN" sz="900" b="1" kern="100" dirty="0">
                          <a:effectLst/>
                          <a:latin typeface="Calibri" panose="020F0502020204030204" charset="0"/>
                          <a:ea typeface="微软雅黑" panose="020B0503020204020204" pitchFamily="34" charset="-122"/>
                          <a:cs typeface="Calibri" panose="020F0502020204030204" charset="0"/>
                        </a:rPr>
                        <a:t>NO.</a:t>
                      </a:r>
                    </a:p>
                  </a:txBody>
                  <a:tcPr marL="60093" marR="60093" marT="0" marB="0" anchor="ctr">
                    <a:lnL w="28575"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rgbClr val="0070C0"/>
                    </a:solidFill>
                  </a:tcPr>
                </a:tc>
                <a:tc>
                  <a:txBody>
                    <a:bodyPr/>
                    <a:lstStyle/>
                    <a:p>
                      <a:pPr algn="ctr">
                        <a:spcAft>
                          <a:spcPts val="0"/>
                        </a:spcAft>
                      </a:pPr>
                      <a:r>
                        <a:rPr lang="zh-CN" sz="900" b="1" kern="100" dirty="0" smtClean="0">
                          <a:effectLst/>
                          <a:latin typeface="Calibri" panose="020F0502020204030204" charset="0"/>
                          <a:ea typeface="微软雅黑" panose="020B0503020204020204" pitchFamily="34" charset="-122"/>
                          <a:cs typeface="Calibri" panose="020F0502020204030204" charset="0"/>
                        </a:rPr>
                        <a:t>Material coding</a:t>
                      </a:r>
                    </a:p>
                  </a:txBody>
                  <a:tcPr marL="60093" marR="60093"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rgbClr val="0070C0"/>
                    </a:solidFill>
                  </a:tcPr>
                </a:tc>
                <a:tc>
                  <a:txBody>
                    <a:bodyPr/>
                    <a:lstStyle/>
                    <a:p>
                      <a:pPr algn="ctr">
                        <a:spcAft>
                          <a:spcPts val="0"/>
                        </a:spcAft>
                      </a:pPr>
                      <a:r>
                        <a:rPr lang="zh-CN" sz="900" b="1" kern="100" dirty="0">
                          <a:effectLst/>
                          <a:latin typeface="Calibri" panose="020F0502020204030204" charset="0"/>
                          <a:ea typeface="微软雅黑" panose="020B0503020204020204" pitchFamily="34" charset="-122"/>
                          <a:cs typeface="Calibri" panose="020F0502020204030204" charset="0"/>
                        </a:rPr>
                        <a:t>Material name</a:t>
                      </a:r>
                    </a:p>
                  </a:txBody>
                  <a:tcPr marL="60093" marR="60093"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rgbClr val="0070C0"/>
                    </a:solidFill>
                  </a:tcPr>
                </a:tc>
                <a:tc>
                  <a:txBody>
                    <a:bodyPr/>
                    <a:lstStyle/>
                    <a:p>
                      <a:pPr algn="ctr">
                        <a:spcAft>
                          <a:spcPts val="0"/>
                        </a:spcAft>
                      </a:pPr>
                      <a:r>
                        <a:rPr sz="900" b="1" kern="100" dirty="0">
                          <a:effectLst/>
                          <a:latin typeface="Calibri" panose="020F0502020204030204" charset="0"/>
                          <a:ea typeface="微软雅黑" panose="020B0503020204020204" pitchFamily="34" charset="-122"/>
                          <a:cs typeface="Calibri" panose="020F0502020204030204" charset="0"/>
                        </a:rPr>
                        <a:t>Model/drawing number</a:t>
                      </a:r>
                    </a:p>
                  </a:txBody>
                  <a:tcPr marL="60093" marR="60093"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rgbClr val="0070C0"/>
                    </a:solidFill>
                  </a:tcPr>
                </a:tc>
                <a:tc>
                  <a:txBody>
                    <a:bodyPr/>
                    <a:lstStyle/>
                    <a:p>
                      <a:pPr algn="ctr">
                        <a:spcAft>
                          <a:spcPts val="0"/>
                        </a:spcAft>
                      </a:pPr>
                      <a:r>
                        <a:rPr lang="zh-CN" sz="900" b="1" kern="100" dirty="0" smtClean="0">
                          <a:effectLst/>
                          <a:latin typeface="Calibri" panose="020F0502020204030204" charset="0"/>
                          <a:ea typeface="微软雅黑" panose="020B0503020204020204" pitchFamily="34" charset="-122"/>
                          <a:cs typeface="Calibri" panose="020F0502020204030204" charset="0"/>
                        </a:rPr>
                        <a:t>unit</a:t>
                      </a:r>
                    </a:p>
                  </a:txBody>
                  <a:tcPr marL="60093" marR="60093"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rgbClr val="0070C0"/>
                    </a:solidFill>
                  </a:tcPr>
                </a:tc>
                <a:tc>
                  <a:txBody>
                    <a:bodyPr/>
                    <a:lstStyle/>
                    <a:p>
                      <a:pPr algn="ctr">
                        <a:spcAft>
                          <a:spcPts val="0"/>
                        </a:spcAft>
                      </a:pPr>
                      <a:r>
                        <a:rPr lang="zh-CN" sz="900" b="1" kern="100" dirty="0">
                          <a:effectLst/>
                          <a:latin typeface="Calibri" panose="020F0502020204030204" charset="0"/>
                          <a:ea typeface="微软雅黑" panose="020B0503020204020204" pitchFamily="34" charset="-122"/>
                          <a:cs typeface="Calibri" panose="020F0502020204030204" charset="0"/>
                        </a:rPr>
                        <a:t>picture</a:t>
                      </a:r>
                    </a:p>
                  </a:txBody>
                  <a:tcPr marL="60093" marR="60093"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rgbClr val="0070C0"/>
                    </a:solidFill>
                  </a:tcPr>
                </a:tc>
                <a:tc>
                  <a:txBody>
                    <a:bodyPr/>
                    <a:lstStyle/>
                    <a:p>
                      <a:pPr algn="ctr">
                        <a:spcAft>
                          <a:spcPts val="0"/>
                        </a:spcAft>
                      </a:pPr>
                      <a:r>
                        <a:rPr lang="zh-CN" altLang="en-US" sz="900" b="1" kern="100" dirty="0" smtClean="0">
                          <a:effectLst/>
                          <a:latin typeface="Calibri" panose="020F0502020204030204" charset="0"/>
                          <a:ea typeface="微软雅黑" panose="020B0503020204020204" pitchFamily="34" charset="-122"/>
                          <a:cs typeface="Calibri" panose="020F0502020204030204" charset="0"/>
                        </a:rPr>
                        <a:t>Remark</a:t>
                      </a:r>
                    </a:p>
                  </a:txBody>
                  <a:tcPr marL="60093" marR="60093" marT="0" marB="0" anchor="ctr">
                    <a:lnL w="12700" cap="flat" cmpd="sng" algn="ctr">
                      <a:solidFill>
                        <a:schemeClr val="bg1"/>
                      </a:solidFill>
                      <a:prstDash val="solid"/>
                      <a:round/>
                      <a:headEnd type="none" w="med" len="med"/>
                      <a:tailEnd type="none" w="med" len="med"/>
                    </a:lnL>
                    <a:lnR w="28575" cap="flat" cmpd="sng" algn="ctr">
                      <a:solidFill>
                        <a:srgbClr val="0070C0"/>
                      </a:solidFill>
                      <a:prstDash val="solid"/>
                      <a:round/>
                      <a:headEnd type="none" w="med" len="med"/>
                      <a:tailEnd type="none" w="med" len="med"/>
                    </a:lnR>
                    <a:lnT w="28575"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rgbClr val="0070C0"/>
                    </a:solidFill>
                  </a:tcPr>
                </a:tc>
                <a:extLst>
                  <a:ext uri="{0D108BD9-81ED-4DB2-BD59-A6C34878D82A}">
                    <a16:rowId xmlns:a16="http://schemas.microsoft.com/office/drawing/2014/main" val="10000"/>
                  </a:ext>
                </a:extLst>
              </a:tr>
              <a:tr h="367859">
                <a:tc>
                  <a:txBody>
                    <a:bodyPr/>
                    <a:lstStyle/>
                    <a:p>
                      <a:pPr algn="ctr">
                        <a:spcAft>
                          <a:spcPts val="0"/>
                        </a:spcAft>
                      </a:pPr>
                      <a:r>
                        <a:rPr lang="en-US" sz="900" b="1" kern="100" dirty="0" smtClean="0">
                          <a:solidFill>
                            <a:srgbClr val="0070C0"/>
                          </a:solidFill>
                          <a:effectLst/>
                          <a:latin typeface="Calibri" panose="020F0502020204030204" charset="0"/>
                          <a:ea typeface="微软雅黑" panose="020B0503020204020204" pitchFamily="34" charset="-122"/>
                          <a:cs typeface="Calibri" panose="020F0502020204030204" charset="0"/>
                        </a:rPr>
                        <a:t>1</a:t>
                      </a:r>
                    </a:p>
                  </a:txBody>
                  <a:tcPr marL="60093" marR="60093" marT="0" marB="0" anchor="ctr">
                    <a:lnL w="28575"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chemeClr val="bg1"/>
                    </a:solidFill>
                  </a:tcPr>
                </a:tc>
                <a:tc>
                  <a:txBody>
                    <a:bodyPr/>
                    <a:lstStyle/>
                    <a:p>
                      <a:pPr algn="ctr" fontAlgn="ctr"/>
                      <a:r>
                        <a:rPr lang="en-US" altLang="zh-CN" sz="900" b="1" i="0" u="none" strike="noStrike" dirty="0" smtClean="0">
                          <a:solidFill>
                            <a:srgbClr val="0070C0"/>
                          </a:solidFill>
                          <a:effectLst/>
                          <a:latin typeface="Calibri" panose="020F0502020204030204" charset="0"/>
                          <a:ea typeface="微软雅黑" panose="020B0503020204020204" pitchFamily="34" charset="-122"/>
                          <a:cs typeface="Calibri" panose="020F0502020204030204" charset="0"/>
                        </a:rPr>
                        <a:t>98.06.0009316</a:t>
                      </a:r>
                    </a:p>
                  </a:txBody>
                  <a:tcPr marL="9525" marR="9525" marT="9525" marB="0"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chemeClr val="bg1"/>
                    </a:solidFill>
                  </a:tcPr>
                </a:tc>
                <a:tc>
                  <a:txBody>
                    <a:bodyPr/>
                    <a:lstStyle/>
                    <a:p>
                      <a:pPr algn="ctr" fontAlgn="ctr"/>
                      <a:r>
                        <a:rPr lang="zh-CN" altLang="en-US" sz="900" b="1" i="0" u="none" strike="noStrike" dirty="0">
                          <a:solidFill>
                            <a:srgbClr val="0070C0"/>
                          </a:solidFill>
                          <a:effectLst/>
                          <a:latin typeface="Calibri" panose="020F0502020204030204" charset="0"/>
                          <a:ea typeface="微软雅黑" panose="020B0503020204020204" pitchFamily="34" charset="-122"/>
                          <a:cs typeface="Calibri" panose="020F0502020204030204" charset="0"/>
                        </a:rPr>
                        <a:t>Handheld laser welding gun</a:t>
                      </a:r>
                    </a:p>
                  </a:txBody>
                  <a:tcPr marL="9525" marR="9525" marT="9525" marB="0"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chemeClr val="bg1"/>
                    </a:solidFill>
                  </a:tcPr>
                </a:tc>
                <a:tc>
                  <a:txBody>
                    <a:bodyPr/>
                    <a:lstStyle/>
                    <a:p>
                      <a:pPr algn="ctr" fontAlgn="ctr"/>
                      <a:r>
                        <a:rPr lang="en-US" sz="900" b="1" i="0" u="none" strike="noStrike" dirty="0" smtClean="0">
                          <a:solidFill>
                            <a:srgbClr val="0070C0"/>
                          </a:solidFill>
                          <a:effectLst/>
                          <a:latin typeface="Calibri" panose="020F0502020204030204" charset="0"/>
                          <a:ea typeface="微软雅黑" panose="020B0503020204020204" pitchFamily="34" charset="-122"/>
                          <a:cs typeface="Calibri" panose="020F0502020204030204" charset="0"/>
                        </a:rPr>
                        <a:t>SUP22C</a:t>
                      </a:r>
                    </a:p>
                  </a:txBody>
                  <a:tcPr marL="9525" marR="9525" marT="9525" marB="0"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chemeClr val="bg1"/>
                    </a:solidFill>
                  </a:tcPr>
                </a:tc>
                <a:tc>
                  <a:txBody>
                    <a:bodyPr/>
                    <a:lstStyle/>
                    <a:p>
                      <a:pPr algn="ctr" fontAlgn="ctr"/>
                      <a:r>
                        <a:rPr lang="en-US" sz="900" b="1" i="0" u="none" strike="noStrike" dirty="0">
                          <a:solidFill>
                            <a:srgbClr val="0070C0"/>
                          </a:solidFill>
                          <a:effectLst/>
                          <a:latin typeface="Calibri" panose="020F0502020204030204" charset="0"/>
                          <a:ea typeface="微软雅黑" panose="020B0503020204020204" pitchFamily="34" charset="-122"/>
                          <a:cs typeface="Calibri" panose="020F0502020204030204" charset="0"/>
                        </a:rPr>
                        <a:t>Pcs</a:t>
                      </a:r>
                    </a:p>
                  </a:txBody>
                  <a:tcPr marL="9525" marR="9525" marT="9525" marB="0"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chemeClr val="bg1"/>
                    </a:solidFill>
                  </a:tcPr>
                </a:tc>
                <a:tc>
                  <a:txBody>
                    <a:bodyPr/>
                    <a:lstStyle/>
                    <a:p>
                      <a:pPr algn="ctr"/>
                      <a:endParaRPr lang="zh-CN" altLang="en-US" dirty="0">
                        <a:latin typeface="Calibri" panose="020F0502020204030204" charset="0"/>
                        <a:cs typeface="Calibri" panose="020F0502020204030204" charset="0"/>
                      </a:endParaRPr>
                    </a:p>
                  </a:txBody>
                  <a:tcPr marL="60093" marR="60093" marT="0" marB="0"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chemeClr val="bg1"/>
                    </a:solidFill>
                  </a:tcPr>
                </a:tc>
                <a:tc>
                  <a:txBody>
                    <a:bodyPr/>
                    <a:lstStyle/>
                    <a:p>
                      <a:pPr algn="ctr"/>
                      <a:endParaRPr lang="zh-CN" altLang="en-US" dirty="0">
                        <a:latin typeface="Calibri" panose="020F0502020204030204" charset="0"/>
                        <a:cs typeface="Calibri" panose="020F0502020204030204" charset="0"/>
                      </a:endParaRPr>
                    </a:p>
                  </a:txBody>
                  <a:tcPr marL="60093" marR="60093" marT="0" marB="0" anchor="ctr">
                    <a:lnL w="12700" cap="flat" cmpd="sng" algn="ctr">
                      <a:solidFill>
                        <a:srgbClr val="0070C0"/>
                      </a:solidFill>
                      <a:prstDash val="solid"/>
                      <a:round/>
                      <a:headEnd type="none" w="med" len="med"/>
                      <a:tailEnd type="none" w="med" len="med"/>
                    </a:lnL>
                    <a:lnR w="28575"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68080">
                <a:tc>
                  <a:txBody>
                    <a:bodyPr/>
                    <a:lstStyle/>
                    <a:p>
                      <a:pPr algn="ctr">
                        <a:spcAft>
                          <a:spcPts val="0"/>
                        </a:spcAft>
                      </a:pPr>
                      <a:r>
                        <a:rPr lang="en-US" altLang="zh-CN" sz="900" b="1" kern="100" dirty="0" smtClean="0">
                          <a:solidFill>
                            <a:srgbClr val="0070C0"/>
                          </a:solidFill>
                          <a:effectLst/>
                          <a:latin typeface="Calibri" panose="020F0502020204030204" charset="0"/>
                          <a:ea typeface="微软雅黑" panose="020B0503020204020204" pitchFamily="34" charset="-122"/>
                          <a:cs typeface="Calibri" panose="020F0502020204030204" charset="0"/>
                        </a:rPr>
                        <a:t>2</a:t>
                      </a:r>
                    </a:p>
                  </a:txBody>
                  <a:tcPr marL="60093" marR="60093" marT="0" marB="0" anchor="ctr">
                    <a:lnL w="28575"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chemeClr val="bg1"/>
                    </a:solidFill>
                  </a:tcPr>
                </a:tc>
                <a:tc>
                  <a:txBody>
                    <a:bodyPr/>
                    <a:lstStyle/>
                    <a:p>
                      <a:pPr algn="ctr" fontAlgn="ctr"/>
                      <a:r>
                        <a:rPr lang="zh-CN" altLang="en-US" sz="900" b="1" i="0" u="none" strike="noStrike" dirty="0">
                          <a:solidFill>
                            <a:srgbClr val="0070C0"/>
                          </a:solidFill>
                          <a:effectLst/>
                          <a:latin typeface="Calibri" panose="020F0502020204030204" charset="0"/>
                          <a:ea typeface="微软雅黑" panose="020B0503020204020204" pitchFamily="34" charset="-122"/>
                          <a:cs typeface="Calibri" panose="020F0502020204030204" charset="0"/>
                        </a:rPr>
                        <a:t/>
                      </a:r>
                      <a:br>
                        <a:rPr lang="zh-CN" altLang="en-US" sz="900" b="1" i="0" u="none" strike="noStrike" dirty="0">
                          <a:solidFill>
                            <a:srgbClr val="0070C0"/>
                          </a:solidFill>
                          <a:effectLst/>
                          <a:latin typeface="Calibri" panose="020F0502020204030204" charset="0"/>
                          <a:ea typeface="微软雅黑" panose="020B0503020204020204" pitchFamily="34" charset="-122"/>
                          <a:cs typeface="Calibri" panose="020F0502020204030204" charset="0"/>
                        </a:rPr>
                      </a:br>
                      <a:r>
                        <a:rPr lang="en-US" altLang="zh-CN" sz="900" b="1" i="0" u="none" strike="noStrike" dirty="0">
                          <a:solidFill>
                            <a:srgbClr val="0070C0"/>
                          </a:solidFill>
                          <a:effectLst/>
                          <a:latin typeface="Calibri" panose="020F0502020204030204" charset="0"/>
                          <a:ea typeface="微软雅黑" panose="020B0503020204020204" pitchFamily="34" charset="-122"/>
                          <a:cs typeface="Calibri" panose="020F0502020204030204" charset="0"/>
                        </a:rPr>
                        <a:t>04.17.0001014</a:t>
                      </a:r>
                    </a:p>
                  </a:txBody>
                  <a:tcPr marL="9525" marR="9525" marT="9525" marB="0"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chemeClr val="bg1"/>
                    </a:solidFill>
                  </a:tcPr>
                </a:tc>
                <a:tc>
                  <a:txBody>
                    <a:bodyPr/>
                    <a:lstStyle/>
                    <a:p>
                      <a:pPr algn="ctr" fontAlgn="ctr"/>
                      <a:r>
                        <a:rPr lang="zh-CN" altLang="en-US" sz="900" b="1" i="0" u="none" strike="noStrike" dirty="0">
                          <a:solidFill>
                            <a:srgbClr val="0070C0"/>
                          </a:solidFill>
                          <a:effectLst/>
                          <a:latin typeface="Calibri" panose="020F0502020204030204" charset="0"/>
                          <a:ea typeface="微软雅黑" panose="020B0503020204020204" pitchFamily="34" charset="-122"/>
                          <a:cs typeface="Calibri" panose="020F0502020204030204" charset="0"/>
                        </a:rPr>
                        <a:t>Protective lenses</a:t>
                      </a:r>
                    </a:p>
                  </a:txBody>
                  <a:tcPr marL="9525" marR="9525" marT="9525" marB="0"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chemeClr val="bg1"/>
                    </a:solidFill>
                  </a:tcPr>
                </a:tc>
                <a:tc>
                  <a:txBody>
                    <a:bodyPr/>
                    <a:lstStyle/>
                    <a:p>
                      <a:pPr algn="ctr" fontAlgn="ctr"/>
                      <a:r>
                        <a:rPr lang="en-US" sz="900" b="1" i="0" u="none" strike="noStrike" dirty="0">
                          <a:solidFill>
                            <a:srgbClr val="0070C0"/>
                          </a:solidFill>
                          <a:effectLst/>
                          <a:latin typeface="Calibri" panose="020F0502020204030204" charset="0"/>
                          <a:ea typeface="微软雅黑" panose="020B0503020204020204" pitchFamily="34" charset="-122"/>
                          <a:cs typeface="Calibri" panose="020F0502020204030204" charset="0"/>
                        </a:rPr>
                        <a:t>D30*T5-1064±10nm</a:t>
                      </a:r>
                    </a:p>
                  </a:txBody>
                  <a:tcPr marL="9525" marR="9525" marT="9525" marB="0"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chemeClr val="bg1"/>
                    </a:solidFill>
                  </a:tcPr>
                </a:tc>
                <a:tc>
                  <a:txBody>
                    <a:bodyPr/>
                    <a:lstStyle/>
                    <a:p>
                      <a:pPr algn="ctr" fontAlgn="ctr"/>
                      <a:r>
                        <a:rPr lang="en-US" sz="900" b="1" i="0" u="none" strike="noStrike" dirty="0">
                          <a:solidFill>
                            <a:srgbClr val="0070C0"/>
                          </a:solidFill>
                          <a:effectLst/>
                          <a:latin typeface="Calibri" panose="020F0502020204030204" charset="0"/>
                          <a:ea typeface="微软雅黑" panose="020B0503020204020204" pitchFamily="34" charset="-122"/>
                          <a:cs typeface="Calibri" panose="020F0502020204030204" charset="0"/>
                        </a:rPr>
                        <a:t>Pcs</a:t>
                      </a:r>
                    </a:p>
                  </a:txBody>
                  <a:tcPr marL="9525" marR="9525" marT="9525" marB="0"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chemeClr val="bg1"/>
                    </a:solidFill>
                  </a:tcPr>
                </a:tc>
                <a:tc>
                  <a:txBody>
                    <a:bodyPr/>
                    <a:lstStyle/>
                    <a:p>
                      <a:pPr algn="ctr"/>
                      <a:endParaRPr lang="zh-CN" altLang="en-US" dirty="0">
                        <a:latin typeface="Calibri" panose="020F0502020204030204" charset="0"/>
                        <a:cs typeface="Calibri" panose="020F0502020204030204" charset="0"/>
                      </a:endParaRPr>
                    </a:p>
                  </a:txBody>
                  <a:tcPr marL="60093" marR="60093" marT="0" marB="0"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chemeClr val="bg1"/>
                    </a:solidFill>
                  </a:tcPr>
                </a:tc>
                <a:tc>
                  <a:txBody>
                    <a:bodyPr/>
                    <a:lstStyle/>
                    <a:p>
                      <a:pPr algn="ctr"/>
                      <a:endParaRPr lang="zh-CN" altLang="en-US" dirty="0">
                        <a:latin typeface="Calibri" panose="020F0502020204030204" charset="0"/>
                        <a:cs typeface="Calibri" panose="020F0502020204030204" charset="0"/>
                      </a:endParaRPr>
                    </a:p>
                  </a:txBody>
                  <a:tcPr marL="60093" marR="60093" marT="0" marB="0" anchor="ctr">
                    <a:lnL w="12700" cap="flat" cmpd="sng" algn="ctr">
                      <a:solidFill>
                        <a:srgbClr val="0070C0"/>
                      </a:solidFill>
                      <a:prstDash val="solid"/>
                      <a:round/>
                      <a:headEnd type="none" w="med" len="med"/>
                      <a:tailEnd type="none" w="med" len="med"/>
                    </a:lnL>
                    <a:lnR w="28575"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68300">
                <a:tc>
                  <a:txBody>
                    <a:bodyPr/>
                    <a:lstStyle/>
                    <a:p>
                      <a:pPr algn="ctr">
                        <a:spcAft>
                          <a:spcPts val="0"/>
                        </a:spcAft>
                      </a:pPr>
                      <a:r>
                        <a:rPr lang="en-US" altLang="zh-CN" sz="900" b="1" kern="100" dirty="0" smtClean="0">
                          <a:solidFill>
                            <a:srgbClr val="0070C0"/>
                          </a:solidFill>
                          <a:effectLst/>
                          <a:latin typeface="Calibri" panose="020F0502020204030204" charset="0"/>
                          <a:ea typeface="微软雅黑" panose="020B0503020204020204" pitchFamily="34" charset="-122"/>
                          <a:cs typeface="Calibri" panose="020F0502020204030204" charset="0"/>
                        </a:rPr>
                        <a:t>3</a:t>
                      </a:r>
                    </a:p>
                  </a:txBody>
                  <a:tcPr marL="60093" marR="60093" marT="0" marB="0" anchor="ctr">
                    <a:lnL w="28575"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chemeClr val="bg1"/>
                    </a:solidFill>
                  </a:tcPr>
                </a:tc>
                <a:tc>
                  <a:txBody>
                    <a:bodyPr/>
                    <a:lstStyle/>
                    <a:p>
                      <a:pPr algn="ctr" fontAlgn="ctr"/>
                      <a:r>
                        <a:rPr lang="en-US" altLang="zh-CN" sz="900" b="1" i="0" u="none" strike="noStrike" dirty="0">
                          <a:solidFill>
                            <a:srgbClr val="0070C0"/>
                          </a:solidFill>
                          <a:effectLst/>
                          <a:latin typeface="Calibri" panose="020F0502020204030204" charset="0"/>
                          <a:ea typeface="微软雅黑" panose="020B0503020204020204" pitchFamily="34" charset="-122"/>
                          <a:cs typeface="Calibri" panose="020F0502020204030204" charset="0"/>
                        </a:rPr>
                        <a:t>04.06.0000988</a:t>
                      </a:r>
                    </a:p>
                  </a:txBody>
                  <a:tcPr marL="9525" marR="9525" marT="9525" marB="0"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chemeClr val="bg1"/>
                    </a:solidFill>
                  </a:tcPr>
                </a:tc>
                <a:tc>
                  <a:txBody>
                    <a:bodyPr/>
                    <a:lstStyle/>
                    <a:p>
                      <a:pPr algn="ctr" fontAlgn="ctr"/>
                      <a:r>
                        <a:rPr lang="zh-CN" altLang="en-US" sz="900" b="1" i="0" u="none" strike="noStrike" dirty="0">
                          <a:solidFill>
                            <a:srgbClr val="0070C0"/>
                          </a:solidFill>
                          <a:effectLst/>
                          <a:latin typeface="Calibri" panose="020F0502020204030204" charset="0"/>
                          <a:ea typeface="微软雅黑" panose="020B0503020204020204" pitchFamily="34" charset="-122"/>
                          <a:cs typeface="Calibri" panose="020F0502020204030204" charset="0"/>
                        </a:rPr>
                        <a:t>reflective lens</a:t>
                      </a:r>
                    </a:p>
                  </a:txBody>
                  <a:tcPr marL="9525" marR="9525" marT="9525" marB="0"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chemeClr val="bg1"/>
                    </a:solidFill>
                  </a:tcPr>
                </a:tc>
                <a:tc>
                  <a:txBody>
                    <a:bodyPr/>
                    <a:lstStyle/>
                    <a:p>
                      <a:pPr algn="ctr" fontAlgn="ctr"/>
                      <a:r>
                        <a:rPr lang="en-US" sz="900" b="1" i="0" u="none" strike="noStrike" dirty="0">
                          <a:solidFill>
                            <a:srgbClr val="0070C0"/>
                          </a:solidFill>
                          <a:effectLst/>
                          <a:latin typeface="Calibri" panose="020F0502020204030204" charset="0"/>
                          <a:ea typeface="微软雅黑" panose="020B0503020204020204" pitchFamily="34" charset="-122"/>
                          <a:cs typeface="Calibri" panose="020F0502020204030204" charset="0"/>
                        </a:rPr>
                        <a:t>20*15.2*T1.6-1064±10nm</a:t>
                      </a:r>
                    </a:p>
                  </a:txBody>
                  <a:tcPr marL="9525" marR="9525" marT="9525" marB="0"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chemeClr val="bg1"/>
                    </a:solidFill>
                  </a:tcPr>
                </a:tc>
                <a:tc>
                  <a:txBody>
                    <a:bodyPr/>
                    <a:lstStyle/>
                    <a:p>
                      <a:pPr algn="ctr" fontAlgn="ctr"/>
                      <a:r>
                        <a:rPr lang="en-US" sz="900" b="1" i="0" u="none" strike="noStrike" dirty="0">
                          <a:solidFill>
                            <a:srgbClr val="0070C0"/>
                          </a:solidFill>
                          <a:effectLst/>
                          <a:latin typeface="Calibri" panose="020F0502020204030204" charset="0"/>
                          <a:ea typeface="微软雅黑" panose="020B0503020204020204" pitchFamily="34" charset="-122"/>
                          <a:cs typeface="Calibri" panose="020F0502020204030204" charset="0"/>
                        </a:rPr>
                        <a:t>Pcs</a:t>
                      </a:r>
                    </a:p>
                  </a:txBody>
                  <a:tcPr marL="9525" marR="9525" marT="9525" marB="0"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chemeClr val="bg1"/>
                    </a:solidFill>
                  </a:tcPr>
                </a:tc>
                <a:tc>
                  <a:txBody>
                    <a:bodyPr/>
                    <a:lstStyle/>
                    <a:p>
                      <a:pPr algn="ctr"/>
                      <a:endParaRPr lang="zh-CN" altLang="en-US" dirty="0">
                        <a:latin typeface="Calibri" panose="020F0502020204030204" charset="0"/>
                        <a:cs typeface="Calibri" panose="020F0502020204030204" charset="0"/>
                      </a:endParaRPr>
                    </a:p>
                  </a:txBody>
                  <a:tcPr marL="60093" marR="60093" marT="0" marB="0"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chemeClr val="bg1"/>
                    </a:solidFill>
                  </a:tcPr>
                </a:tc>
                <a:tc>
                  <a:txBody>
                    <a:bodyPr/>
                    <a:lstStyle/>
                    <a:p>
                      <a:pPr algn="ctr"/>
                      <a:endParaRPr lang="zh-CN" altLang="en-US" dirty="0">
                        <a:latin typeface="Calibri" panose="020F0502020204030204" charset="0"/>
                        <a:cs typeface="Calibri" panose="020F0502020204030204" charset="0"/>
                      </a:endParaRPr>
                    </a:p>
                  </a:txBody>
                  <a:tcPr marL="60093" marR="60093" marT="0" marB="0" anchor="ctr">
                    <a:lnL w="12700" cap="flat" cmpd="sng" algn="ctr">
                      <a:solidFill>
                        <a:srgbClr val="0070C0"/>
                      </a:solidFill>
                      <a:prstDash val="solid"/>
                      <a:round/>
                      <a:headEnd type="none" w="med" len="med"/>
                      <a:tailEnd type="none" w="med" len="med"/>
                    </a:lnL>
                    <a:lnR w="28575"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368300">
                <a:tc>
                  <a:txBody>
                    <a:bodyPr/>
                    <a:lstStyle/>
                    <a:p>
                      <a:pPr algn="ctr">
                        <a:spcAft>
                          <a:spcPts val="0"/>
                        </a:spcAft>
                      </a:pPr>
                      <a:r>
                        <a:rPr lang="en-US" altLang="zh-CN" sz="900" b="1" kern="100" dirty="0" smtClean="0">
                          <a:solidFill>
                            <a:srgbClr val="0070C0"/>
                          </a:solidFill>
                          <a:effectLst/>
                          <a:latin typeface="Calibri" panose="020F0502020204030204" charset="0"/>
                          <a:ea typeface="微软雅黑" panose="020B0503020204020204" pitchFamily="34" charset="-122"/>
                          <a:cs typeface="Calibri" panose="020F0502020204030204" charset="0"/>
                        </a:rPr>
                        <a:t>4</a:t>
                      </a:r>
                    </a:p>
                  </a:txBody>
                  <a:tcPr marL="60093" marR="60093" marT="0" marB="0" anchor="ctr">
                    <a:lnL w="28575"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chemeClr val="bg1"/>
                    </a:solidFill>
                  </a:tcPr>
                </a:tc>
                <a:tc>
                  <a:txBody>
                    <a:bodyPr/>
                    <a:lstStyle/>
                    <a:p>
                      <a:pPr algn="ctr" fontAlgn="ctr"/>
                      <a:r>
                        <a:rPr lang="en-US" altLang="zh-CN" sz="900" b="1" i="0" u="none" strike="noStrike">
                          <a:solidFill>
                            <a:srgbClr val="0070C0"/>
                          </a:solidFill>
                          <a:effectLst/>
                          <a:latin typeface="Calibri" panose="020F0502020204030204" charset="0"/>
                          <a:ea typeface="微软雅黑" panose="020B0503020204020204" pitchFamily="34" charset="-122"/>
                          <a:cs typeface="Calibri" panose="020F0502020204030204" charset="0"/>
                        </a:rPr>
                        <a:t>04.05.0005186</a:t>
                      </a:r>
                    </a:p>
                  </a:txBody>
                  <a:tcPr marL="9525" marR="9525" marT="9525" marB="0"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chemeClr val="bg1"/>
                    </a:solidFill>
                  </a:tcPr>
                </a:tc>
                <a:tc>
                  <a:txBody>
                    <a:bodyPr/>
                    <a:lstStyle/>
                    <a:p>
                      <a:pPr algn="ctr" fontAlgn="ctr"/>
                      <a:r>
                        <a:rPr lang="zh-CN" altLang="en-US" sz="900" b="1" i="0" u="none" strike="noStrike" dirty="0">
                          <a:solidFill>
                            <a:srgbClr val="0070C0"/>
                          </a:solidFill>
                          <a:effectLst/>
                          <a:latin typeface="Calibri" panose="020F0502020204030204" charset="0"/>
                          <a:ea typeface="微软雅黑" panose="020B0503020204020204" pitchFamily="34" charset="-122"/>
                          <a:cs typeface="Calibri" panose="020F0502020204030204" charset="0"/>
                        </a:rPr>
                        <a:t>focusing lens</a:t>
                      </a:r>
                    </a:p>
                  </a:txBody>
                  <a:tcPr marL="9525" marR="9525" marT="9525" marB="0"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chemeClr val="bg1"/>
                    </a:solidFill>
                  </a:tcPr>
                </a:tc>
                <a:tc>
                  <a:txBody>
                    <a:bodyPr/>
                    <a:lstStyle/>
                    <a:p>
                      <a:pPr algn="ctr" fontAlgn="ctr"/>
                      <a:r>
                        <a:rPr lang="en-US" sz="900" b="1" i="0" u="none" strike="noStrike" dirty="0">
                          <a:solidFill>
                            <a:srgbClr val="0070C0"/>
                          </a:solidFill>
                          <a:effectLst/>
                          <a:latin typeface="Calibri" panose="020F0502020204030204" charset="0"/>
                          <a:ea typeface="微软雅黑" panose="020B0503020204020204" pitchFamily="34" charset="-122"/>
                          <a:cs typeface="Calibri" panose="020F0502020204030204" charset="0"/>
                        </a:rPr>
                        <a:t>D20*3.5F800-1064±10nm</a:t>
                      </a:r>
                    </a:p>
                  </a:txBody>
                  <a:tcPr marL="9525" marR="9525" marT="9525" marB="0"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chemeClr val="bg1"/>
                    </a:solidFill>
                  </a:tcPr>
                </a:tc>
                <a:tc>
                  <a:txBody>
                    <a:bodyPr/>
                    <a:lstStyle/>
                    <a:p>
                      <a:pPr algn="ctr" fontAlgn="ctr"/>
                      <a:r>
                        <a:rPr lang="en-US" sz="900" b="1" i="0" u="none" strike="noStrike" dirty="0">
                          <a:solidFill>
                            <a:srgbClr val="0070C0"/>
                          </a:solidFill>
                          <a:effectLst/>
                          <a:latin typeface="Calibri" panose="020F0502020204030204" charset="0"/>
                          <a:ea typeface="微软雅黑" panose="020B0503020204020204" pitchFamily="34" charset="-122"/>
                          <a:cs typeface="Calibri" panose="020F0502020204030204" charset="0"/>
                        </a:rPr>
                        <a:t>Pcs</a:t>
                      </a:r>
                    </a:p>
                  </a:txBody>
                  <a:tcPr marL="9525" marR="9525" marT="9525" marB="0"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chemeClr val="bg1"/>
                    </a:solidFill>
                  </a:tcPr>
                </a:tc>
                <a:tc>
                  <a:txBody>
                    <a:bodyPr/>
                    <a:lstStyle/>
                    <a:p>
                      <a:pPr algn="ctr"/>
                      <a:endParaRPr lang="zh-CN" altLang="en-US" dirty="0">
                        <a:latin typeface="Calibri" panose="020F0502020204030204" charset="0"/>
                        <a:cs typeface="Calibri" panose="020F0502020204030204" charset="0"/>
                      </a:endParaRPr>
                    </a:p>
                  </a:txBody>
                  <a:tcPr marL="60093" marR="60093" marT="0" marB="0"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chemeClr val="bg1"/>
                    </a:solidFill>
                  </a:tcPr>
                </a:tc>
                <a:tc>
                  <a:txBody>
                    <a:bodyPr/>
                    <a:lstStyle/>
                    <a:p>
                      <a:pPr algn="ctr"/>
                      <a:endParaRPr lang="zh-CN" altLang="en-US" dirty="0">
                        <a:latin typeface="Calibri" panose="020F0502020204030204" charset="0"/>
                        <a:cs typeface="Calibri" panose="020F0502020204030204" charset="0"/>
                      </a:endParaRPr>
                    </a:p>
                  </a:txBody>
                  <a:tcPr marL="60093" marR="60093" marT="0" marB="0" anchor="ctr">
                    <a:lnL w="12700" cap="flat" cmpd="sng" algn="ctr">
                      <a:solidFill>
                        <a:srgbClr val="0070C0"/>
                      </a:solidFill>
                      <a:prstDash val="solid"/>
                      <a:round/>
                      <a:headEnd type="none" w="med" len="med"/>
                      <a:tailEnd type="none" w="med" len="med"/>
                    </a:lnL>
                    <a:lnR w="28575"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368300">
                <a:tc>
                  <a:txBody>
                    <a:bodyPr/>
                    <a:lstStyle/>
                    <a:p>
                      <a:pPr algn="ctr">
                        <a:spcAft>
                          <a:spcPts val="0"/>
                        </a:spcAft>
                      </a:pPr>
                      <a:r>
                        <a:rPr lang="en-US" altLang="zh-CN" sz="900" b="1" kern="100" dirty="0" smtClean="0">
                          <a:solidFill>
                            <a:srgbClr val="0070C0"/>
                          </a:solidFill>
                          <a:effectLst/>
                          <a:latin typeface="Calibri" panose="020F0502020204030204" charset="0"/>
                          <a:ea typeface="微软雅黑" panose="020B0503020204020204" pitchFamily="34" charset="-122"/>
                          <a:cs typeface="Calibri" panose="020F0502020204030204" charset="0"/>
                        </a:rPr>
                        <a:t>5</a:t>
                      </a:r>
                    </a:p>
                  </a:txBody>
                  <a:tcPr marL="60093" marR="60093" marT="0" marB="0" anchor="ctr">
                    <a:lnL w="28575"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chemeClr val="bg1"/>
                    </a:solidFill>
                  </a:tcPr>
                </a:tc>
                <a:tc>
                  <a:txBody>
                    <a:bodyPr/>
                    <a:lstStyle/>
                    <a:p>
                      <a:pPr algn="ctr" fontAlgn="ctr"/>
                      <a:r>
                        <a:rPr lang="en-US" altLang="zh-CN" sz="900" b="1" i="0" u="none" strike="noStrike">
                          <a:solidFill>
                            <a:srgbClr val="0070C0"/>
                          </a:solidFill>
                          <a:effectLst/>
                          <a:latin typeface="Calibri" panose="020F0502020204030204" charset="0"/>
                          <a:ea typeface="微软雅黑" panose="020B0503020204020204" pitchFamily="34" charset="-122"/>
                          <a:cs typeface="Calibri" panose="020F0502020204030204" charset="0"/>
                        </a:rPr>
                        <a:t>04.05.0005185</a:t>
                      </a:r>
                    </a:p>
                  </a:txBody>
                  <a:tcPr marL="9525" marR="9525" marT="9525" marB="0"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chemeClr val="bg1"/>
                    </a:solidFill>
                  </a:tcPr>
                </a:tc>
                <a:tc>
                  <a:txBody>
                    <a:bodyPr/>
                    <a:lstStyle/>
                    <a:p>
                      <a:pPr algn="ctr" fontAlgn="ctr"/>
                      <a:r>
                        <a:rPr lang="zh-CN" altLang="en-US" sz="900" b="1" i="0" u="none" strike="noStrike">
                          <a:solidFill>
                            <a:srgbClr val="0070C0"/>
                          </a:solidFill>
                          <a:effectLst/>
                          <a:latin typeface="Calibri" panose="020F0502020204030204" charset="0"/>
                          <a:ea typeface="微软雅黑" panose="020B0503020204020204" pitchFamily="34" charset="-122"/>
                          <a:cs typeface="Calibri" panose="020F0502020204030204" charset="0"/>
                        </a:rPr>
                        <a:t>Collimating lens</a:t>
                      </a:r>
                    </a:p>
                  </a:txBody>
                  <a:tcPr marL="9525" marR="9525" marT="9525" marB="0"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chemeClr val="bg1"/>
                    </a:solidFill>
                  </a:tcPr>
                </a:tc>
                <a:tc>
                  <a:txBody>
                    <a:bodyPr/>
                    <a:lstStyle/>
                    <a:p>
                      <a:pPr algn="ctr" fontAlgn="ctr"/>
                      <a:r>
                        <a:rPr lang="en-US" sz="900" b="1" i="0" u="none" strike="noStrike" dirty="0">
                          <a:solidFill>
                            <a:srgbClr val="0070C0"/>
                          </a:solidFill>
                          <a:effectLst/>
                          <a:latin typeface="Calibri" panose="020F0502020204030204" charset="0"/>
                          <a:ea typeface="微软雅黑" panose="020B0503020204020204" pitchFamily="34" charset="-122"/>
                          <a:cs typeface="Calibri" panose="020F0502020204030204" charset="0"/>
                        </a:rPr>
                        <a:t>D16*5F60-1064±10nm</a:t>
                      </a:r>
                    </a:p>
                  </a:txBody>
                  <a:tcPr marL="9525" marR="9525" marT="9525" marB="0"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chemeClr val="bg1"/>
                    </a:solidFill>
                  </a:tcPr>
                </a:tc>
                <a:tc>
                  <a:txBody>
                    <a:bodyPr/>
                    <a:lstStyle/>
                    <a:p>
                      <a:pPr algn="ctr" fontAlgn="ctr"/>
                      <a:r>
                        <a:rPr lang="en-US" sz="900" b="1" i="0" u="none" strike="noStrike" dirty="0">
                          <a:solidFill>
                            <a:srgbClr val="0070C0"/>
                          </a:solidFill>
                          <a:effectLst/>
                          <a:latin typeface="Calibri" panose="020F0502020204030204" charset="0"/>
                          <a:ea typeface="微软雅黑" panose="020B0503020204020204" pitchFamily="34" charset="-122"/>
                          <a:cs typeface="Calibri" panose="020F0502020204030204" charset="0"/>
                        </a:rPr>
                        <a:t>Pcs</a:t>
                      </a:r>
                    </a:p>
                  </a:txBody>
                  <a:tcPr marL="9525" marR="9525" marT="9525" marB="0"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chemeClr val="bg1"/>
                    </a:solidFill>
                  </a:tcPr>
                </a:tc>
                <a:tc>
                  <a:txBody>
                    <a:bodyPr/>
                    <a:lstStyle/>
                    <a:p>
                      <a:pPr algn="ctr"/>
                      <a:endParaRPr lang="zh-CN" altLang="en-US" dirty="0">
                        <a:latin typeface="Calibri" panose="020F0502020204030204" charset="0"/>
                        <a:cs typeface="Calibri" panose="020F0502020204030204" charset="0"/>
                      </a:endParaRPr>
                    </a:p>
                  </a:txBody>
                  <a:tcPr marL="60093" marR="60093" marT="0" marB="0"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chemeClr val="bg1"/>
                    </a:solidFill>
                  </a:tcPr>
                </a:tc>
                <a:tc>
                  <a:txBody>
                    <a:bodyPr/>
                    <a:lstStyle/>
                    <a:p>
                      <a:pPr algn="ctr"/>
                      <a:endParaRPr lang="zh-CN" altLang="en-US" dirty="0">
                        <a:latin typeface="Calibri" panose="020F0502020204030204" charset="0"/>
                        <a:cs typeface="Calibri" panose="020F0502020204030204" charset="0"/>
                      </a:endParaRPr>
                    </a:p>
                  </a:txBody>
                  <a:tcPr marL="60093" marR="60093" marT="0" marB="0" anchor="ctr">
                    <a:lnL w="12700" cap="flat" cmpd="sng" algn="ctr">
                      <a:solidFill>
                        <a:srgbClr val="0070C0"/>
                      </a:solidFill>
                      <a:prstDash val="solid"/>
                      <a:round/>
                      <a:headEnd type="none" w="med" len="med"/>
                      <a:tailEnd type="none" w="med" len="med"/>
                    </a:lnL>
                    <a:lnR w="28575"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368300">
                <a:tc>
                  <a:txBody>
                    <a:bodyPr/>
                    <a:lstStyle/>
                    <a:p>
                      <a:pPr algn="ctr">
                        <a:spcAft>
                          <a:spcPts val="0"/>
                        </a:spcAft>
                      </a:pPr>
                      <a:r>
                        <a:rPr lang="en-US" altLang="zh-CN" sz="900" b="1" kern="100" dirty="0" smtClean="0">
                          <a:solidFill>
                            <a:srgbClr val="0070C0"/>
                          </a:solidFill>
                          <a:effectLst/>
                          <a:latin typeface="Calibri" panose="020F0502020204030204" charset="0"/>
                          <a:ea typeface="微软雅黑" panose="020B0503020204020204" pitchFamily="34" charset="-122"/>
                          <a:cs typeface="Calibri" panose="020F0502020204030204" charset="0"/>
                        </a:rPr>
                        <a:t>6</a:t>
                      </a:r>
                    </a:p>
                  </a:txBody>
                  <a:tcPr marL="60093" marR="60093" marT="0" marB="0" anchor="ctr">
                    <a:lnL w="28575"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chemeClr val="bg1"/>
                    </a:solidFill>
                  </a:tcPr>
                </a:tc>
                <a:tc>
                  <a:txBody>
                    <a:bodyPr/>
                    <a:lstStyle/>
                    <a:p>
                      <a:pPr algn="ctr" fontAlgn="ctr"/>
                      <a:r>
                        <a:rPr lang="en-US" altLang="zh-CN" sz="900" b="1" i="0" u="none" strike="noStrike">
                          <a:solidFill>
                            <a:srgbClr val="0070C0"/>
                          </a:solidFill>
                          <a:effectLst/>
                          <a:latin typeface="Calibri" panose="020F0502020204030204" charset="0"/>
                          <a:ea typeface="微软雅黑" panose="020B0503020204020204" pitchFamily="34" charset="-122"/>
                          <a:cs typeface="Calibri" panose="020F0502020204030204" charset="0"/>
                        </a:rPr>
                        <a:t>04.25.0001920</a:t>
                      </a:r>
                    </a:p>
                  </a:txBody>
                  <a:tcPr marL="9525" marR="9525" marT="9525" marB="0"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chemeClr val="bg1"/>
                    </a:solidFill>
                  </a:tcPr>
                </a:tc>
                <a:tc>
                  <a:txBody>
                    <a:bodyPr/>
                    <a:lstStyle/>
                    <a:p>
                      <a:pPr algn="ctr" fontAlgn="ctr"/>
                      <a:r>
                        <a:rPr sz="900" b="1" i="0" u="none" strike="noStrike">
                          <a:solidFill>
                            <a:srgbClr val="0070C0"/>
                          </a:solidFill>
                          <a:effectLst/>
                          <a:latin typeface="Calibri" panose="020F0502020204030204" charset="0"/>
                          <a:ea typeface="微软雅黑" panose="020B0503020204020204" pitchFamily="34" charset="-122"/>
                          <a:cs typeface="Calibri" panose="020F0502020204030204" charset="0"/>
                        </a:rPr>
                        <a:t>Protective/Focusing Seals</a:t>
                      </a:r>
                    </a:p>
                  </a:txBody>
                  <a:tcPr marL="9525" marR="9525" marT="9525" marB="0"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chemeClr val="bg1"/>
                    </a:solidFill>
                  </a:tcPr>
                </a:tc>
                <a:tc>
                  <a:txBody>
                    <a:bodyPr/>
                    <a:lstStyle/>
                    <a:p>
                      <a:pPr algn="ctr" fontAlgn="ctr"/>
                      <a:r>
                        <a:rPr lang="en-US" sz="900" b="1" i="0" u="none" strike="noStrike" dirty="0">
                          <a:solidFill>
                            <a:srgbClr val="0070C0"/>
                          </a:solidFill>
                          <a:effectLst/>
                          <a:latin typeface="Calibri" panose="020F0502020204030204" charset="0"/>
                          <a:ea typeface="微软雅黑" panose="020B0503020204020204" pitchFamily="34" charset="-122"/>
                          <a:cs typeface="Calibri" panose="020F0502020204030204" charset="0"/>
                        </a:rPr>
                        <a:t>VS26*34*2.7(</a:t>
                      </a:r>
                      <a:r>
                        <a:rPr sz="900" b="1" i="0" u="none" strike="noStrike" dirty="0">
                          <a:solidFill>
                            <a:srgbClr val="0070C0"/>
                          </a:solidFill>
                          <a:effectLst/>
                          <a:latin typeface="Calibri" panose="020F0502020204030204" charset="0"/>
                          <a:ea typeface="微软雅黑" panose="020B0503020204020204" pitchFamily="34" charset="-122"/>
                          <a:cs typeface="Calibri" panose="020F0502020204030204" charset="0"/>
                        </a:rPr>
                        <a:t>Lower protection/focus</a:t>
                      </a:r>
                      <a:r>
                        <a:rPr lang="en-US" altLang="zh-CN" sz="900" b="1" i="0" u="none" strike="noStrike" dirty="0">
                          <a:solidFill>
                            <a:srgbClr val="0070C0"/>
                          </a:solidFill>
                          <a:effectLst/>
                          <a:latin typeface="Calibri" panose="020F0502020204030204" charset="0"/>
                          <a:ea typeface="微软雅黑" panose="020B0503020204020204" pitchFamily="34" charset="-122"/>
                          <a:cs typeface="Calibri" panose="020F0502020204030204" charset="0"/>
                        </a:rPr>
                        <a:t>)</a:t>
                      </a:r>
                    </a:p>
                  </a:txBody>
                  <a:tcPr marL="9525" marR="9525" marT="9525" marB="0"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chemeClr val="bg1"/>
                    </a:solidFill>
                  </a:tcPr>
                </a:tc>
                <a:tc>
                  <a:txBody>
                    <a:bodyPr/>
                    <a:lstStyle/>
                    <a:p>
                      <a:pPr algn="ctr" fontAlgn="ctr"/>
                      <a:r>
                        <a:rPr lang="en-US" sz="900" b="1" i="0" u="none" strike="noStrike" dirty="0">
                          <a:solidFill>
                            <a:srgbClr val="0070C0"/>
                          </a:solidFill>
                          <a:effectLst/>
                          <a:latin typeface="Calibri" panose="020F0502020204030204" charset="0"/>
                          <a:ea typeface="微软雅黑" panose="020B0503020204020204" pitchFamily="34" charset="-122"/>
                          <a:cs typeface="Calibri" panose="020F0502020204030204" charset="0"/>
                        </a:rPr>
                        <a:t>Pcs</a:t>
                      </a:r>
                    </a:p>
                  </a:txBody>
                  <a:tcPr marL="9525" marR="9525" marT="9525" marB="0"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chemeClr val="bg1"/>
                    </a:solidFill>
                  </a:tcPr>
                </a:tc>
                <a:tc rowSpan="2">
                  <a:txBody>
                    <a:bodyPr/>
                    <a:lstStyle/>
                    <a:p>
                      <a:pPr algn="ctr"/>
                      <a:endParaRPr lang="zh-CN" altLang="en-US" dirty="0">
                        <a:latin typeface="Calibri" panose="020F0502020204030204" charset="0"/>
                        <a:cs typeface="Calibri" panose="020F0502020204030204" charset="0"/>
                      </a:endParaRPr>
                    </a:p>
                  </a:txBody>
                  <a:tcPr marL="60093" marR="60093" marT="0" marB="0"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chemeClr val="bg1"/>
                    </a:solidFill>
                  </a:tcPr>
                </a:tc>
                <a:tc rowSpan="2">
                  <a:txBody>
                    <a:bodyPr/>
                    <a:lstStyle/>
                    <a:p>
                      <a:pPr algn="ctr"/>
                      <a:endParaRPr lang="zh-CN" altLang="en-US" dirty="0">
                        <a:latin typeface="Calibri" panose="020F0502020204030204" charset="0"/>
                        <a:cs typeface="Calibri" panose="020F0502020204030204" charset="0"/>
                      </a:endParaRPr>
                    </a:p>
                  </a:txBody>
                  <a:tcPr marL="60093" marR="60093" marT="0" marB="0" anchor="ctr">
                    <a:lnL w="12700" cap="flat" cmpd="sng" algn="ctr">
                      <a:solidFill>
                        <a:srgbClr val="0070C0"/>
                      </a:solidFill>
                      <a:prstDash val="solid"/>
                      <a:round/>
                      <a:headEnd type="none" w="med" len="med"/>
                      <a:tailEnd type="none" w="med" len="med"/>
                    </a:lnL>
                    <a:lnR w="28575"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368300">
                <a:tc>
                  <a:txBody>
                    <a:bodyPr/>
                    <a:lstStyle/>
                    <a:p>
                      <a:pPr algn="ctr">
                        <a:spcAft>
                          <a:spcPts val="0"/>
                        </a:spcAft>
                      </a:pPr>
                      <a:r>
                        <a:rPr lang="en-US" altLang="zh-CN" sz="900" b="1" kern="100" dirty="0" smtClean="0">
                          <a:solidFill>
                            <a:srgbClr val="0070C0"/>
                          </a:solidFill>
                          <a:effectLst/>
                          <a:latin typeface="Calibri" panose="020F0502020204030204" charset="0"/>
                          <a:ea typeface="微软雅黑" panose="020B0503020204020204" pitchFamily="34" charset="-122"/>
                          <a:cs typeface="Calibri" panose="020F0502020204030204" charset="0"/>
                        </a:rPr>
                        <a:t>7</a:t>
                      </a:r>
                    </a:p>
                  </a:txBody>
                  <a:tcPr marL="60093" marR="60093" marT="0" marB="0" anchor="ctr">
                    <a:lnL w="28575"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chemeClr val="bg1"/>
                    </a:solidFill>
                  </a:tcPr>
                </a:tc>
                <a:tc>
                  <a:txBody>
                    <a:bodyPr/>
                    <a:lstStyle/>
                    <a:p>
                      <a:pPr algn="ctr" fontAlgn="ctr"/>
                      <a:r>
                        <a:rPr lang="en-US" altLang="zh-CN" sz="900" b="1" i="0" u="none" strike="noStrike" dirty="0">
                          <a:solidFill>
                            <a:srgbClr val="0070C0"/>
                          </a:solidFill>
                          <a:effectLst/>
                          <a:latin typeface="Calibri" panose="020F0502020204030204" charset="0"/>
                          <a:ea typeface="微软雅黑" panose="020B0503020204020204" pitchFamily="34" charset="-122"/>
                          <a:cs typeface="Calibri" panose="020F0502020204030204" charset="0"/>
                        </a:rPr>
                        <a:t>04.25.0001919</a:t>
                      </a:r>
                    </a:p>
                  </a:txBody>
                  <a:tcPr marL="9525" marR="9525" marT="9525" marB="0"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chemeClr val="bg1"/>
                    </a:solidFill>
                  </a:tcPr>
                </a:tc>
                <a:tc>
                  <a:txBody>
                    <a:bodyPr/>
                    <a:lstStyle/>
                    <a:p>
                      <a:pPr algn="ctr" fontAlgn="ctr"/>
                      <a:r>
                        <a:rPr sz="900" b="1" i="0" u="none" strike="noStrike">
                          <a:solidFill>
                            <a:srgbClr val="0070C0"/>
                          </a:solidFill>
                          <a:effectLst/>
                          <a:latin typeface="Calibri" panose="020F0502020204030204" charset="0"/>
                          <a:ea typeface="微软雅黑" panose="020B0503020204020204" pitchFamily="34" charset="-122"/>
                          <a:cs typeface="Calibri" panose="020F0502020204030204" charset="0"/>
                        </a:rPr>
                        <a:t>Protective/Focusing Seals</a:t>
                      </a:r>
                    </a:p>
                  </a:txBody>
                  <a:tcPr marL="9525" marR="9525" marT="9525" marB="0"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chemeClr val="bg1"/>
                    </a:solidFill>
                  </a:tcPr>
                </a:tc>
                <a:tc>
                  <a:txBody>
                    <a:bodyPr/>
                    <a:lstStyle/>
                    <a:p>
                      <a:pPr algn="ctr" fontAlgn="ctr"/>
                      <a:r>
                        <a:rPr lang="en-US" sz="900" b="1" i="0" u="none" strike="noStrike" dirty="0">
                          <a:solidFill>
                            <a:srgbClr val="0070C0"/>
                          </a:solidFill>
                          <a:effectLst/>
                          <a:latin typeface="Calibri" panose="020F0502020204030204" charset="0"/>
                          <a:ea typeface="微软雅黑" panose="020B0503020204020204" pitchFamily="34" charset="-122"/>
                          <a:cs typeface="Calibri" panose="020F0502020204030204" charset="0"/>
                        </a:rPr>
                        <a:t>VS29*33*2.2(</a:t>
                      </a:r>
                      <a:r>
                        <a:rPr sz="900" b="1" i="0" u="none" strike="noStrike" dirty="0">
                          <a:solidFill>
                            <a:srgbClr val="0070C0"/>
                          </a:solidFill>
                          <a:effectLst/>
                          <a:latin typeface="Calibri" panose="020F0502020204030204" charset="0"/>
                          <a:ea typeface="微软雅黑" panose="020B0503020204020204" pitchFamily="34" charset="-122"/>
                          <a:cs typeface="Calibri" panose="020F0502020204030204" charset="0"/>
                        </a:rPr>
                        <a:t>Lower protection/focus</a:t>
                      </a:r>
                      <a:r>
                        <a:rPr lang="en-US" altLang="zh-CN" sz="900" b="1" i="0" u="none" strike="noStrike" dirty="0">
                          <a:solidFill>
                            <a:srgbClr val="0070C0"/>
                          </a:solidFill>
                          <a:effectLst/>
                          <a:latin typeface="Calibri" panose="020F0502020204030204" charset="0"/>
                          <a:ea typeface="微软雅黑" panose="020B0503020204020204" pitchFamily="34" charset="-122"/>
                          <a:cs typeface="Calibri" panose="020F0502020204030204" charset="0"/>
                        </a:rPr>
                        <a:t>)</a:t>
                      </a:r>
                    </a:p>
                  </a:txBody>
                  <a:tcPr marL="9525" marR="9525" marT="9525" marB="0"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chemeClr val="bg1"/>
                    </a:solidFill>
                  </a:tcPr>
                </a:tc>
                <a:tc>
                  <a:txBody>
                    <a:bodyPr/>
                    <a:lstStyle/>
                    <a:p>
                      <a:pPr algn="ctr" fontAlgn="ctr"/>
                      <a:r>
                        <a:rPr lang="en-US" sz="900" b="1" i="0" u="none" strike="noStrike" dirty="0">
                          <a:solidFill>
                            <a:srgbClr val="0070C0"/>
                          </a:solidFill>
                          <a:effectLst/>
                          <a:latin typeface="Calibri" panose="020F0502020204030204" charset="0"/>
                          <a:ea typeface="微软雅黑" panose="020B0503020204020204" pitchFamily="34" charset="-122"/>
                          <a:cs typeface="Calibri" panose="020F0502020204030204" charset="0"/>
                        </a:rPr>
                        <a:t>Pcs</a:t>
                      </a:r>
                    </a:p>
                  </a:txBody>
                  <a:tcPr marL="9525" marR="9525" marT="9525" marB="0"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chemeClr val="bg1"/>
                    </a:solidFill>
                  </a:tcPr>
                </a:tc>
                <a:tc vMerge="1">
                  <a:txBody>
                    <a:bodyPr/>
                    <a:lstStyle/>
                    <a:p>
                      <a:endParaRPr lang="zh-CN"/>
                    </a:p>
                  </a:txBody>
                  <a:tcPr marL="60093" marR="60093" marT="0" marB="0" anchor="ctr">
                    <a:lnL w="12700" cap="flat" cmpd="sng" algn="ctr">
                      <a:solidFill>
                        <a:srgbClr val="0070C0"/>
                      </a:solidFill>
                      <a:prstDash val="solid"/>
                      <a:round/>
                      <a:headEnd type="none" w="med" len="med"/>
                      <a:tailEnd type="none" w="med" len="med"/>
                    </a:lnL>
                    <a:lnR w="28575"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chemeClr val="bg1"/>
                    </a:solidFill>
                  </a:tcPr>
                </a:tc>
                <a:tc vMerge="1">
                  <a:txBody>
                    <a:bodyPr/>
                    <a:lstStyle/>
                    <a:p>
                      <a:endParaRPr lang="zh-CN"/>
                    </a:p>
                  </a:txBody>
                  <a:tcPr/>
                </a:tc>
                <a:extLst>
                  <a:ext uri="{0D108BD9-81ED-4DB2-BD59-A6C34878D82A}">
                    <a16:rowId xmlns:a16="http://schemas.microsoft.com/office/drawing/2014/main" val="10007"/>
                  </a:ext>
                </a:extLst>
              </a:tr>
            </a:tbl>
          </a:graphicData>
        </a:graphic>
      </p:graphicFrame>
      <p:pic>
        <p:nvPicPr>
          <p:cNvPr id="23" name="Picture 20" descr="PRO WELD3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445692" y="2126512"/>
            <a:ext cx="295275" cy="295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 name="Picture 20" descr="PRO WELD3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445691" y="2485534"/>
            <a:ext cx="295275" cy="295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5" name="Picture 20" descr="PRO WELD3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445692" y="1770703"/>
            <a:ext cx="295275" cy="295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 name="IM 30"/>
          <p:cNvPicPr/>
          <p:nvPr/>
        </p:nvPicPr>
        <p:blipFill>
          <a:blip r:embed="rId4"/>
          <a:stretch>
            <a:fillRect/>
          </a:stretch>
        </p:blipFill>
        <p:spPr>
          <a:xfrm>
            <a:off x="6462388" y="3399435"/>
            <a:ext cx="261880" cy="273842"/>
          </a:xfrm>
          <a:prstGeom prst="rect">
            <a:avLst/>
          </a:prstGeom>
        </p:spPr>
      </p:pic>
      <p:pic>
        <p:nvPicPr>
          <p:cNvPr id="16" name="Picture 20" descr="PRO WELD3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445691" y="2873331"/>
            <a:ext cx="295275" cy="295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图片 10"/>
          <p:cNvPicPr>
            <a:picLocks noChangeAspect="1"/>
          </p:cNvPicPr>
          <p:nvPr/>
        </p:nvPicPr>
        <p:blipFill rotWithShape="1">
          <a:blip r:embed="rId5" cstate="print">
            <a:extLst>
              <a:ext uri="{BEBA8EAE-BF5A-486C-A8C5-ECC9F3942E4B}">
                <a14:imgProps xmlns:a14="http://schemas.microsoft.com/office/drawing/2010/main">
                  <a14:imgLayer r:embed="rId6">
                    <a14:imgEffect>
                      <a14:backgroundRemoval t="10000" b="90000" l="10000" r="90000">
                        <a14:foregroundMark x1="37266" y1="28363" x2="37266" y2="28363"/>
                        <a14:foregroundMark x1="40313" y1="27578" x2="40313" y2="27578"/>
                        <a14:foregroundMark x1="70078" y1="79484" x2="70078" y2="79484"/>
                      </a14:backgroundRemoval>
                    </a14:imgEffect>
                  </a14:imgLayer>
                </a14:imgProps>
              </a:ext>
              <a:ext uri="{28A0092B-C50C-407E-A947-70E740481C1C}">
                <a14:useLocalDpi xmlns:a14="http://schemas.microsoft.com/office/drawing/2010/main" val="0"/>
              </a:ext>
            </a:extLst>
          </a:blip>
          <a:srcRect l="21329" t="14605" r="22753" b="8763"/>
          <a:stretch>
            <a:fillRect/>
          </a:stretch>
        </p:blipFill>
        <p:spPr>
          <a:xfrm>
            <a:off x="6407173" y="1368438"/>
            <a:ext cx="359017" cy="342872"/>
          </a:xfrm>
          <a:prstGeom prst="rect">
            <a:avLst/>
          </a:prstGeom>
        </p:spPr>
      </p:pic>
    </p:spTree>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COMMONDATA" val="eyJoZGlkIjoiOTMwOGY3YjZkN2I1ODc0MTRiN2FiOTMzMDNiNTE0MGUifQ=="/>
</p:tagLst>
</file>

<file path=ppt/tags/tag2.xml><?xml version="1.0" encoding="utf-8"?>
<p:tagLst xmlns:a="http://schemas.openxmlformats.org/drawingml/2006/main" xmlns:r="http://schemas.openxmlformats.org/officeDocument/2006/relationships" xmlns:p="http://schemas.openxmlformats.org/presentationml/2006/main">
  <p:tag name="KSO_WM_DIAGRAM_VIRTUALLY_FRAME" val="{&quot;height&quot;:252.26094488188983,&quot;left&quot;:332.44338582677165,&quot;top&quot;:70.81543307086613,&quot;width&quot;:330}"/>
</p:tagLst>
</file>

<file path=ppt/tags/tag3.xml><?xml version="1.0" encoding="utf-8"?>
<p:tagLst xmlns:a="http://schemas.openxmlformats.org/drawingml/2006/main" xmlns:r="http://schemas.openxmlformats.org/officeDocument/2006/relationships" xmlns:p="http://schemas.openxmlformats.org/presentationml/2006/main">
  <p:tag name="KSO_WM_DIAGRAM_VIRTUALLY_FRAME" val="{&quot;height&quot;:252.26094488188983,&quot;left&quot;:332.44338582677165,&quot;top&quot;:70.81543307086613,&quot;width&quot;:330}"/>
</p:tagLst>
</file>

<file path=ppt/tags/tag4.xml><?xml version="1.0" encoding="utf-8"?>
<p:tagLst xmlns:a="http://schemas.openxmlformats.org/drawingml/2006/main" xmlns:r="http://schemas.openxmlformats.org/officeDocument/2006/relationships" xmlns:p="http://schemas.openxmlformats.org/presentationml/2006/main">
  <p:tag name="KSO_WM_DIAGRAM_VIRTUALLY_FRAME" val="{&quot;height&quot;:252.26094488188983,&quot;left&quot;:332.44338582677165,&quot;top&quot;:70.81543307086613,&quot;width&quot;:330}"/>
</p:tagLst>
</file>

<file path=ppt/tags/tag5.xml><?xml version="1.0" encoding="utf-8"?>
<p:tagLst xmlns:a="http://schemas.openxmlformats.org/drawingml/2006/main" xmlns:r="http://schemas.openxmlformats.org/officeDocument/2006/relationships" xmlns:p="http://schemas.openxmlformats.org/presentationml/2006/main">
  <p:tag name="KSO_WM_DIAGRAM_VIRTUALLY_FRAME" val="{&quot;height&quot;:252.26094488188983,&quot;left&quot;:332.44338582677165,&quot;top&quot;:70.81543307086613,&quot;width&quot;:330}"/>
</p:tagLst>
</file>

<file path=ppt/tags/tag6.xml><?xml version="1.0" encoding="utf-8"?>
<p:tagLst xmlns:a="http://schemas.openxmlformats.org/drawingml/2006/main" xmlns:r="http://schemas.openxmlformats.org/officeDocument/2006/relationships" xmlns:p="http://schemas.openxmlformats.org/presentationml/2006/main">
  <p:tag name="KSO_WM_DIAGRAM_VIRTUALLY_FRAME" val="{&quot;height&quot;:252.26094488188983,&quot;left&quot;:332.44338582677165,&quot;top&quot;:70.81543307086613,&quot;width&quot;:330}"/>
</p:tagLst>
</file>

<file path=ppt/tags/tag7.xml><?xml version="1.0" encoding="utf-8"?>
<p:tagLst xmlns:a="http://schemas.openxmlformats.org/drawingml/2006/main" xmlns:r="http://schemas.openxmlformats.org/officeDocument/2006/relationships" xmlns:p="http://schemas.openxmlformats.org/presentationml/2006/main">
  <p:tag name="KSO_WM_DIAGRAM_VIRTUALLY_FRAME" val="{&quot;height&quot;:252.26094488188983,&quot;left&quot;:332.44338582677165,&quot;top&quot;:70.81543307086613,&quot;width&quot;:330}"/>
</p:tagLst>
</file>

<file path=ppt/tags/tag8.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252.26094488188983,&quot;left&quot;:332.44338582677165,&quot;top&quot;:70.81543307086613,&quot;width&quot;:330}"/>
</p:tagLst>
</file>

<file path=ppt/tags/tag9.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252.26094488188983,&quot;left&quot;:332.44338582677165,&quot;top&quot;:70.81543307086613,&quot;width&quot;:330}"/>
</p:tagLst>
</file>

<file path=ppt/tags/tag10.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252.26094488188983,&quot;left&quot;:332.44338582677165,&quot;top&quot;:70.81543307086613,&quot;width&quot;:330}"/>
</p:tagLst>
</file>

<file path=ppt/tags/tag11.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252.26094488188983,&quot;left&quot;:332.44338582677165,&quot;top&quot;:70.81543307086613,&quot;width&quot;:330}"/>
</p:tagLst>
</file>

<file path=ppt/tags/tag12.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252.26094488188983,&quot;left&quot;:332.44338582677165,&quot;top&quot;:70.81543307086613,&quot;width&quot;:330}"/>
</p:tagLst>
</file>

<file path=ppt/tags/tag13.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252.26094488188983,&quot;left&quot;:332.44338582677165,&quot;top&quot;:70.81543307086613,&quot;width&quot;:330}"/>
</p:tagLst>
</file>

<file path=ppt/tags/tag14.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252.26094488188983,&quot;left&quot;:332.44338582677165,&quot;top&quot;:70.81543307086613,&quot;width&quot;:330}"/>
</p:tagLst>
</file>

<file path=ppt/tags/tag15.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252.26094488188983,&quot;left&quot;:332.44338582677165,&quot;top&quot;:70.81543307086613,&quot;width&quot;:330}"/>
</p:tagLst>
</file>

<file path=ppt/tags/tag16.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252.26094488188983,&quot;left&quot;:332.44338582677165,&quot;top&quot;:70.81543307086613,&quot;width&quot;:330}"/>
</p:tagLst>
</file>

<file path=ppt/tags/tag17.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252.26094488188983,&quot;left&quot;:332.44338582677165,&quot;top&quot;:70.81543307086613,&quot;width&quot;:330}"/>
</p:tagLst>
</file>

<file path=ppt/tags/tag18.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252.26094488188983,&quot;left&quot;:332.44338582677165,&quot;top&quot;:70.81543307086613,&quot;width&quot;:330}"/>
</p:tagLst>
</file>

<file path=ppt/tags/tag19.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252.26094488188983,&quot;left&quot;:332.44338582677165,&quot;top&quot;:70.81543307086613,&quot;width&quot;:330}"/>
</p:tagLst>
</file>

<file path=ppt/tags/tag20.xml><?xml version="1.0" encoding="utf-8"?>
<p:tagLst xmlns:a="http://schemas.openxmlformats.org/drawingml/2006/main" xmlns:r="http://schemas.openxmlformats.org/officeDocument/2006/relationships" xmlns:p="http://schemas.openxmlformats.org/presentationml/2006/main">
  <p:tag name="TABLE_ENDDRAG_ORIGIN_RECT" val="252*353"/>
  <p:tag name="TABLE_ENDDRAG_RECT" val="441*45*252*353"/>
</p:tagLst>
</file>

<file path=ppt/tags/tag21.xml><?xml version="1.0" encoding="utf-8"?>
<p:tagLst xmlns:a="http://schemas.openxmlformats.org/drawingml/2006/main" xmlns:r="http://schemas.openxmlformats.org/officeDocument/2006/relationships" xmlns:p="http://schemas.openxmlformats.org/presentationml/2006/main">
  <p:tag name="TABLE_ENDDRAG_ORIGIN_RECT" val="384*78"/>
  <p:tag name="TABLE_ENDDRAG_RECT" val="35*199*384*78"/>
</p:tagLst>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ln>
          <a:noFill/>
        </a:ln>
      </a:spPr>
      <a:bodyPr wrap="none" rtlCol="0" anchor="ctr" anchorCtr="0">
        <a:spAutoFit/>
      </a:bodyPr>
      <a:lstStyle>
        <a:defPPr algn="l">
          <a:defRPr lang="zh-CN" altLang="en-US" sz="1600">
            <a:solidFill>
              <a:srgbClr val="002060"/>
            </a:solidFill>
            <a:latin typeface="思源黑体" panose="020B0500000000000000" charset="-122"/>
            <a:ea typeface="思源黑体" panose="020B0500000000000000" charset="-122"/>
            <a:cs typeface="华文新魏" panose="02010800040101010101" charset="-122"/>
          </a:defRPr>
        </a:defPPr>
      </a:lstStyle>
      <a:style>
        <a:lnRef idx="2">
          <a:schemeClr val="accent1">
            <a:shade val="50000"/>
          </a:schemeClr>
        </a:lnRef>
        <a:fillRef idx="1">
          <a:schemeClr val="accent1"/>
        </a:fillRef>
        <a:effectRef idx="0">
          <a:schemeClr val="accent1"/>
        </a:effectRef>
        <a:fontRef idx="minor">
          <a:schemeClr val="lt1"/>
        </a:fontRef>
      </a: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ln>
          <a:noFill/>
        </a:ln>
      </a:spPr>
      <a:bodyPr wrap="none" rtlCol="0" anchor="ctr" anchorCtr="0">
        <a:spAutoFit/>
      </a:bodyPr>
      <a:lstStyle>
        <a:defPPr algn="l">
          <a:defRPr lang="zh-CN" altLang="en-US" sz="1600">
            <a:solidFill>
              <a:srgbClr val="002060"/>
            </a:solidFill>
            <a:latin typeface="思源黑体" panose="020B0500000000000000" charset="-122"/>
            <a:ea typeface="思源黑体" panose="020B0500000000000000" charset="-122"/>
            <a:cs typeface="华文新魏" panose="02010800040101010101" charset="-122"/>
          </a:defRPr>
        </a:defPPr>
      </a:lstStyle>
      <a:style>
        <a:lnRef idx="2">
          <a:schemeClr val="accent1">
            <a:shade val="50000"/>
          </a:schemeClr>
        </a:lnRef>
        <a:fillRef idx="1">
          <a:schemeClr val="accent1"/>
        </a:fillRef>
        <a:effectRef idx="0">
          <a:schemeClr val="accent1"/>
        </a:effectRef>
        <a:fontRef idx="minor">
          <a:schemeClr val="lt1"/>
        </a:fontRef>
      </a: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Office 主题​​">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ln>
          <a:noFill/>
        </a:ln>
      </a:spPr>
      <a:bodyPr wrap="none" rtlCol="0" anchor="ctr" anchorCtr="0">
        <a:spAutoFit/>
      </a:bodyPr>
      <a:lstStyle>
        <a:defPPr algn="l">
          <a:defRPr lang="zh-CN" altLang="en-US" sz="1600">
            <a:solidFill>
              <a:srgbClr val="002060"/>
            </a:solidFill>
            <a:latin typeface="思源黑体" panose="020B0500000000000000" charset="-122"/>
            <a:ea typeface="思源黑体" panose="020B0500000000000000" charset="-122"/>
            <a:cs typeface="华文新魏" panose="02010800040101010101" charset="-122"/>
          </a:defRPr>
        </a:defPPr>
      </a:lstStyle>
      <a:style>
        <a:lnRef idx="2">
          <a:schemeClr val="accent1">
            <a:shade val="50000"/>
          </a:schemeClr>
        </a:lnRef>
        <a:fillRef idx="1">
          <a:schemeClr val="accent1"/>
        </a:fillRef>
        <a:effectRef idx="0">
          <a:schemeClr val="accent1"/>
        </a:effectRef>
        <a:fontRef idx="minor">
          <a:schemeClr val="lt1"/>
        </a:fontRef>
      </a: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TotalTime>
  <Words>1848</Words>
  <Application>Microsoft Office PowerPoint</Application>
  <PresentationFormat>全屏显示(16:9)</PresentationFormat>
  <Paragraphs>469</Paragraphs>
  <Slides>15</Slides>
  <Notes>15</Notes>
  <HiddenSlides>0</HiddenSlides>
  <MMClips>0</MMClips>
  <ScaleCrop>false</ScaleCrop>
  <HeadingPairs>
    <vt:vector size="6" baseType="variant">
      <vt:variant>
        <vt:lpstr>已用的字体</vt:lpstr>
      </vt:variant>
      <vt:variant>
        <vt:i4>12</vt:i4>
      </vt:variant>
      <vt:variant>
        <vt:lpstr>主题</vt:lpstr>
      </vt:variant>
      <vt:variant>
        <vt:i4>3</vt:i4>
      </vt:variant>
      <vt:variant>
        <vt:lpstr>幻灯片标题</vt:lpstr>
      </vt:variant>
      <vt:variant>
        <vt:i4>15</vt:i4>
      </vt:variant>
    </vt:vector>
  </HeadingPairs>
  <TitlesOfParts>
    <vt:vector size="30" baseType="lpstr">
      <vt:lpstr>等线</vt:lpstr>
      <vt:lpstr>等线 Light</vt:lpstr>
      <vt:lpstr>华文新魏</vt:lpstr>
      <vt:lpstr>思源黑体</vt:lpstr>
      <vt:lpstr>宋体</vt:lpstr>
      <vt:lpstr>微软雅黑</vt:lpstr>
      <vt:lpstr>微软雅黑</vt:lpstr>
      <vt:lpstr>幼圆</vt:lpstr>
      <vt:lpstr>Arial</vt:lpstr>
      <vt:lpstr>Calibri</vt:lpstr>
      <vt:lpstr>Calibri Light</vt:lpstr>
      <vt:lpstr>Wingdings</vt:lpstr>
      <vt:lpstr>Office 主题​​</vt:lpstr>
      <vt:lpstr>1_Office 主题​​</vt:lpstr>
      <vt:lpstr>2_Office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梁德垣</dc:creator>
  <cp:lastModifiedBy>邱世鸿</cp:lastModifiedBy>
  <cp:revision>323</cp:revision>
  <dcterms:created xsi:type="dcterms:W3CDTF">2024-04-03T01:45:35Z</dcterms:created>
  <dcterms:modified xsi:type="dcterms:W3CDTF">2024-04-03T09:20:10Z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43CD2547090B4214BC202DB34C3D936A_12</vt:lpwstr>
  </property>
  <property fmtid="{D5CDD505-2E9C-101B-9397-08002B2CF9AE}" pid="3" name="KSOProductBuildVer">
    <vt:lpwstr>2052-12.1.0.16417</vt:lpwstr>
  </property>
</Properties>
</file>